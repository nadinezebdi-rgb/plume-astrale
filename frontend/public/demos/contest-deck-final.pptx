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Plume Astrale is a live product that offers personal birth-chart readings — composed from the user's exact birth data and delivered as a 32-page luxury PDF she can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who turn to astrology for self-reflection face three friction points: symbols are hard to interpret, long reports feel like walls of text, and digital-only readings leave no tangible trace to come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Plume Astrale answers these frictions directly: a guided reading path, prose composed in a literary voice, a keepable PDF — framed symbolically, with no fate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journey is three steps: Enter birth details · Explore the chart with its interpretation · Keep the 32-page PDF, elegantly composed.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end-to-end with Emergent: React UI, astrology data + GPT-5.4 for the voice, Stripe for payment, automated PDF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prototype. 104 paid orders have been made. 13× ROAS on 183 € of Facebook Ads. Each report is 32 pages, delivered automatically. The market has already answered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distribution is active TODAY. A Facebook campaign targeting Scorpio-sign users is live right now, 1,142 impressions in the first 24 hours, running until October 27. We're not showing you historical data — we're showing you a product in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Today: paid individual readings, credit system, 100% self-serve. Next 90 days: consistent print sample, luxurious printed edition, holiday gift pilot. Horizon: synastry at scale, English market, and a subscription box combining book and ritual.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I'm Nadine Zebdi, founder of Plume Astrale, digital product designer and developer. plume-astrale.fr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  <a:latin typeface="Garamond"/>
              </a:rPr>
              <a:t>P L U M E   A S T R A L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Personal birth-chart readings</a:t>
            </a:r>
          </a:p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you can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guided, printable reading of your sky — composed from your exact birth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137160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Live product · plume-astrale.fr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The user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personal reading needs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Birth-chart symbols are hard to read without a trusted 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Reading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 long report without a path feels overwhelming.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Something to 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People want a tangible output they can revisit.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Why it's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gentle, honest reading you can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A clear reading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Guided from first page to synthesis — never a wall of symbols.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74320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In your own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29184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AI composes a prose reading in a literary, intimate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Something to 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A luxurious PDF (32+ pages) you can return to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38912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Transparent and symbolic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93776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No prediction, no fate — a frame for self-reflection.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The product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guided reading in three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The user enters her birth date, time and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She reads a personalized chart interpretation (planets · houses · aspects).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She downloads a 32-page PDF, elegantly composed, in her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95AD"/>
                </a:solidFill>
                <a:latin typeface="Garamond"/>
              </a:rPr>
              <a:t>Illustrative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Built with Emergent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connected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 React application with a guided user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Astrology data + AI-assisted interpretation (GPT-5.4).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Payment, PDF generation and secure email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Not a prototype — a product the market has already bought.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paid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the first weeks of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13×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ROAS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on 183 € of Facebook Ads spend.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each luxury PDF, delivered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78140"/>
                </a:solidFill>
                <a:latin typeface="Garamond"/>
              </a:rPr>
              <a:t>183 € spent · 104 paying customers · 13× return · live at plume-astrale.fr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Live acquisition — running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Facebook campaign is active while you read this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D4AF37"/>
                </a:solidFill>
                <a:latin typeface="Garamond"/>
              </a:rPr>
              <a:t>1 142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5EEE0"/>
                </a:solidFill>
                <a:latin typeface="Garamond"/>
              </a:rPr>
              <a:t>impressions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33323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the first 24 hours of today's wave.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74320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D4AF37"/>
                </a:solidFill>
                <a:latin typeface="Garamond"/>
              </a:rPr>
              <a:t>1 071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93192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5EEE0"/>
                </a:solidFill>
                <a:latin typeface="Garamond"/>
              </a:rPr>
              <a:t>people reached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389120"/>
            <a:ext cx="33323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a Scorpio-sign zodiac segment.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74320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D4AF37"/>
                </a:solidFill>
                <a:latin typeface="Garamond"/>
              </a:rPr>
              <a:t>10,34 €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93192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5EEE0"/>
                </a:solidFill>
                <a:latin typeface="Garamond"/>
              </a:rPr>
              <a:t>spent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389120"/>
            <a:ext cx="33323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campaign runs until Oct 27 — scaling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5AD"/>
                </a:solidFill>
                <a:latin typeface="Garamond"/>
              </a:rPr>
              <a:t>Ad currently running: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D4AF37"/>
                </a:solidFill>
                <a:latin typeface="Garamond"/>
              </a:rPr>
              <a:t>« ♏ Scorpion… cette semaine, quelque chose est en…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Business model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Paid readings today — a book experience tomorrow.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Personal reports purchased individually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Credit system for recurring readings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100% self-serve via Stripe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9658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Next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Consistent 32-page print sample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Luxurious printed edition (A5 cream)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Gift pilot for the holiday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6356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6356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Synastry (compatibility) at scale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English market expansion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Book + ritual box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37160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4AF37"/>
                </a:solidFill>
                <a:latin typeface="Garamond"/>
              </a:rPr>
              <a:t>Nadine Zebdi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5EEE0"/>
                </a:solidFill>
                <a:latin typeface="Garamond"/>
              </a:rPr>
              <a:t>Founder of Plume Astrale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Digital product designer and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D4AF37"/>
                </a:solidFill>
                <a:latin typeface="Garamond"/>
              </a:rPr>
              <a:t>plume-astrale.fr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