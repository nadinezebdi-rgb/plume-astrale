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Masters/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Masters/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Types>
</file>

<file path=_rels/.rels><?xml version='1.0' encoding='UTF-8' standalone='yes'?>
<Relationships xmlns="http://schemas.openxmlformats.org/package/2006/relationships"><Relationship Id="R01837ad786a64f55" Type="http://schemas.openxmlformats.org/package/2006/relationships/metadata/core-properties" Target="docProps/core.xml"/><Relationship Id="R5c8a8d4f9756463a" Type="http://schemas.openxmlformats.org/officeDocument/2006/relationships/extended-properties" Target="docProps/app.xml"/><Relationship Id="Rc83f8824c3c74a03" Type="http://schemas.openxmlformats.org/officeDocument/2006/relationships/officeDocument" Target="ppt/presentation.xml"/></Relationships>
</file>

<file path=ppt/presentation.xml><?xml version="1.0" encoding="utf-8"?>
<p:presentation xmlns:p="http://schemas.openxmlformats.org/presentationml/2006/main">
  <p:sldMasterIdLst>
    <p:sldMasterId xmlns:r="http://schemas.openxmlformats.org/officeDocument/2006/relationships" id="2147483648" r:id="Rd221a539a2e5476a"/>
  </p:sldMasterIdLst>
  <p:notesMasterIdLst>
    <p:notesMasterId xmlns:r="http://schemas.openxmlformats.org/officeDocument/2006/relationships" r:id="Rfac2a54f36dd4294"/>
  </p:notesMasterIdLst>
  <p:sldIdLst>
    <p:sldId xmlns:r="http://schemas.openxmlformats.org/officeDocument/2006/relationships" id="256" r:id="R73074c2fb42c4f9e"/>
    <p:sldId xmlns:r="http://schemas.openxmlformats.org/officeDocument/2006/relationships" id="257" r:id="R24421f56ebf84dc0"/>
    <p:sldId xmlns:r="http://schemas.openxmlformats.org/officeDocument/2006/relationships" id="258" r:id="R3d87fc4861454550"/>
    <p:sldId xmlns:r="http://schemas.openxmlformats.org/officeDocument/2006/relationships" id="259" r:id="R6ce801dc39a446c2"/>
    <p:sldId xmlns:r="http://schemas.openxmlformats.org/officeDocument/2006/relationships" id="260" r:id="Rf24df53e211e4546"/>
    <p:sldId xmlns:r="http://schemas.openxmlformats.org/officeDocument/2006/relationships" id="261" r:id="R358474d71d1c4fa3"/>
    <p:sldId xmlns:r="http://schemas.openxmlformats.org/officeDocument/2006/relationships" id="262" r:id="R8f9feb2276054c3a"/>
  </p:sldIdLst>
  <p:sldSz cx="12192000" cy="6858000"/>
  <p:notesSz cx="6858000" cy="9144000"/>
  <p:showPr loop="1" useTimings="1"/>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Id="R0684408b87a8484a" Type="http://schemas.openxmlformats.org/officeDocument/2006/relationships/theme" Target="theme/theme1.xml"/><Relationship Id="R24421f56ebf84dc0" Type="http://schemas.openxmlformats.org/officeDocument/2006/relationships/slide" Target="slides/slide2.xml"/><Relationship Id="R358474d71d1c4fa3" Type="http://schemas.openxmlformats.org/officeDocument/2006/relationships/slide" Target="slides/slide6.xml"/><Relationship Id="R3d87fc4861454550" Type="http://schemas.openxmlformats.org/officeDocument/2006/relationships/slide" Target="slides/slide3.xml"/><Relationship Id="R6ce801dc39a446c2" Type="http://schemas.openxmlformats.org/officeDocument/2006/relationships/slide" Target="slides/slide4.xml"/><Relationship Id="R73074c2fb42c4f9e" Type="http://schemas.openxmlformats.org/officeDocument/2006/relationships/slide" Target="slides/slide1.xml"/><Relationship Id="R74c2e2182f7c4468" Type="http://schemas.openxmlformats.org/officeDocument/2006/relationships/presProps" Target="presProps.xml"/><Relationship Id="R8f9feb2276054c3a" Type="http://schemas.openxmlformats.org/officeDocument/2006/relationships/slide" Target="slides/slide7.xml"/><Relationship Id="Rd221a539a2e5476a" Type="http://schemas.openxmlformats.org/officeDocument/2006/relationships/slideMaster" Target="slideMasters/slideMaster1.xml"/><Relationship Id="Rf24df53e211e4546" Type="http://schemas.openxmlformats.org/officeDocument/2006/relationships/slide" Target="slides/slide5.xml"/><Relationship Id="Rfa00efb5a48a4c62" Type="http://schemas.openxmlformats.org/officeDocument/2006/relationships/tableStyles" Target="tableStyles.xml"/><Relationship Id="Rfac2a54f36dd429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7ba98f915f6f40f3" Type="http://schemas.openxmlformats.org/officeDocument/2006/relationships/theme" Target="theme/theme3.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Id="R0f0e22ce538f4f5e" Type="http://schemas.openxmlformats.org/officeDocument/2006/relationships/notesMaster" Target="../notesMasters/notesMaster1.xml"/><Relationship Id="Rb3308c408e3b4cbe"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2fa3317c35044531" Type="http://schemas.openxmlformats.org/officeDocument/2006/relationships/notesMaster" Target="../notesMasters/notesMaster1.xml"/><Relationship Id="R3a949eb4a28e4489"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042b6b6131004e66" Type="http://schemas.openxmlformats.org/officeDocument/2006/relationships/slide" Target="../slides/slide3.xml"/><Relationship Id="R6ad2d7001f4643ea"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175126df2d4f411d" Type="http://schemas.openxmlformats.org/officeDocument/2006/relationships/slide" Target="../slides/slide4.xml"/><Relationship Id="R49d5b34277b24d4e"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28741c9dc7e743df" Type="http://schemas.openxmlformats.org/officeDocument/2006/relationships/slide" Target="../slides/slide5.xml"/><Relationship Id="Rf32f45d61da54e5a"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9e1b435a39664db0" Type="http://schemas.openxmlformats.org/officeDocument/2006/relationships/notesMaster" Target="../notesMasters/notesMaster1.xml"/><Relationship Id="Rd4c14bcd20e541d3"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dea4092c657a417c" Type="http://schemas.openxmlformats.org/officeDocument/2006/relationships/slide" Target="../slides/slide7.xml"/><Relationship Id="Rea53d73d7ca144af" Type="http://schemas.openxmlformats.org/officeDocument/2006/relationships/notesMaster" Target="../notesMasters/notesMaster1.xml"/></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25 seconds. Pitch slide 1 of 6.</a:t>
            </a:r>
          </a:p>
          <a:p xmlns:a="http://schemas.openxmlformats.org/drawingml/2006/main">
            <a:r>
              <a:t/>
            </a:r>
          </a:p>
          <a:p xmlns:a="http://schemas.openxmlformats.org/drawingml/2006/main">
            <a:r>
              <a:t>ENGLISH SCRIPT</a:t>
            </a:r>
          </a:p>
          <a:p xmlns:a="http://schemas.openxmlformats.org/drawingml/2006/main">
            <a:r>
              <a:t>Plume Astrale is a French application that turns birth details into a personal astrology reading. My goal is to make that experience clear, engaging, and worth keeping. The main product is a structured report that people can explore online and save as a PDF.</a:t>
            </a:r>
          </a:p>
          <a:p xmlns:a="http://schemas.openxmlformats.org/drawingml/2006/main">
            <a:r>
              <a:t/>
            </a:r>
          </a:p>
          <a:p xmlns:a="http://schemas.openxmlformats.org/drawingml/2006/main">
            <a:r>
              <a:t>REPÈRES FRANÇAIS</a:t>
            </a:r>
          </a:p>
          <a:p xmlns:a="http://schemas.openxmlformats.org/drawingml/2006/main">
            <a:r>
              <a:t>Plume Astrale transforme des informations de naissance en lecture astrologique personnelle. L’objectif est une expérience claire et agréable, avec un rapport structuré que l’on peut parcourir et conserver en PDF.</a:t>
            </a:r>
          </a:p>
          <a:p xmlns:a="http://schemas.openxmlformats.org/drawingml/2006/main">
            <a:r>
              <a:t/>
            </a:r>
          </a:p>
          <a:p xmlns:a="http://schemas.openxmlformats.org/drawingml/2006/main">
            <a:r>
              <a:t>SOURCES AND STATUS</a:t>
            </a:r>
          </a:p>
          <a:p xmlns:a="http://schemas.openxmlformats.org/drawingml/2006/main">
            <a:r>
              <a:t>User-provided final invitation and project conversation, October 2026. Project repository supplied by the user. Current live flow to verify before recording. No sales or customer counts claimed. Visual: generated design concept from this conversation, not a real app screenshot or a manufactured product.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30 seconds. Pitch slide 2 of 6.</a:t>
            </a:r>
          </a:p>
          <a:p xmlns:a="http://schemas.openxmlformats.org/drawingml/2006/main">
            <a:r>
              <a:t/>
            </a:r>
          </a:p>
          <a:p xmlns:a="http://schemas.openxmlformats.org/drawingml/2006/main">
            <a:r>
              <a:t>ENGLISH SCRIPT</a:t>
            </a:r>
          </a:p>
          <a:p xmlns:a="http://schemas.openxmlformats.org/drawingml/2006/main">
            <a:r>
              <a:t>I am designing for people who are curious about astrology but need help understanding what a birth chart means. A chart can look complex, and a long report can be hard to navigate. Plume Astrale brings the information into one guided experience, with explanations and chapters that make the reading easier to follow.</a:t>
            </a:r>
          </a:p>
          <a:p xmlns:a="http://schemas.openxmlformats.org/drawingml/2006/main">
            <a:r>
              <a:t/>
            </a:r>
          </a:p>
          <a:p xmlns:a="http://schemas.openxmlformats.org/drawingml/2006/main">
            <a:r>
              <a:t>REPÈRES FRANÇAIS</a:t>
            </a:r>
          </a:p>
          <a:p xmlns:a="http://schemas.openxmlformats.org/drawingml/2006/main">
            <a:r>
              <a:t>Le projet s’adresse aux personnes curieuses d’astrologie qui ont besoin de repères pour comprendre leur carte du ciel. L’expérience organise cette lecture avec des explications et des chapitres.</a:t>
            </a:r>
          </a:p>
          <a:p xmlns:a="http://schemas.openxmlformats.org/drawingml/2006/main">
            <a:r>
              <a:t/>
            </a:r>
          </a:p>
          <a:p xmlns:a="http://schemas.openxmlformats.org/drawingml/2006/main">
            <a:r>
              <a:t>SOURCES AND STATUS</a:t>
            </a:r>
          </a:p>
          <a:p xmlns:a="http://schemas.openxmlformats.org/drawingml/2006/main">
            <a:r>
              <a:t>User-provided final invitation and project conversation, October 2026. Project repository supplied by the user. Current live flow to verify before recording. No sales or customer counts claimed.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35 seconds. Pitch slide 3 of 6.</a:t>
            </a:r>
          </a:p>
          <a:p xmlns:a="http://schemas.openxmlformats.org/drawingml/2006/main">
            <a:r>
              <a:t/>
            </a:r>
          </a:p>
          <a:p xmlns:a="http://schemas.openxmlformats.org/drawingml/2006/main">
            <a:r>
              <a:t>ENGLISH SCRIPT</a:t>
            </a:r>
          </a:p>
          <a:p xmlns:a="http://schemas.openxmlformats.org/drawingml/2006/main">
            <a:r>
              <a:t>The journey starts with a simple form. The user provides birth details, including the time when it is known. The application connects astrology data with an AI-assisted explanation. The output combines a chart and a structured reading. In the demonstration, I use a report generated earlier so the jury can see the actual output without waiting for generation.</a:t>
            </a:r>
          </a:p>
          <a:p xmlns:a="http://schemas.openxmlformats.org/drawingml/2006/main">
            <a:r>
              <a:t/>
            </a:r>
          </a:p>
          <a:p xmlns:a="http://schemas.openxmlformats.org/drawingml/2006/main">
            <a:r>
              <a:t>REPÈRES FRANÇAIS</a:t>
            </a:r>
          </a:p>
          <a:p xmlns:a="http://schemas.openxmlformats.org/drawingml/2006/main">
            <a:r>
              <a:t>Le parcours commence par un formulaire. L’heure est utilisée lorsqu’elle est connue. Le projet relie les données astrologiques à une explication assistée par IA. La démonstration ouvre un rapport déjà généré pour montrer le résultat réel sans attendre.</a:t>
            </a:r>
          </a:p>
          <a:p xmlns:a="http://schemas.openxmlformats.org/drawingml/2006/main">
            <a:r>
              <a:t/>
            </a:r>
          </a:p>
          <a:p xmlns:a="http://schemas.openxmlformats.org/drawingml/2006/main">
            <a:r>
              <a:t>SOURCES AND STATUS</a:t>
            </a:r>
          </a:p>
          <a:p xmlns:a="http://schemas.openxmlformats.org/drawingml/2006/main">
            <a:r>
              <a:t>User-provided final invitation and project conversation, October 2026. Project repository supplied by the user. Current live flow to verify before recording. No sales or customer counts claimed. Visual: generated design concept from this conversation, not a real app screenshot or a manufactured product.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30 seconds. Pitch slide 4 of 6.</a:t>
            </a:r>
          </a:p>
          <a:p xmlns:a="http://schemas.openxmlformats.org/drawingml/2006/main">
            <a:r>
              <a:t/>
            </a:r>
          </a:p>
          <a:p xmlns:a="http://schemas.openxmlformats.org/drawingml/2006/main">
            <a:r>
              <a:t>ENGLISH SCRIPT</a:t>
            </a:r>
          </a:p>
          <a:p xmlns:a="http://schemas.openxmlformats.org/drawingml/2006/main">
            <a:r>
              <a:t>I used Emergent to build and improve the application across the interface and backend. The project connects astrology data, AI-assisted writing, and payment workflows. My work also includes the editorial structure and the visual identity. My current focus is testing the complete journey and making report delivery more reliable before expanding the product range.</a:t>
            </a:r>
          </a:p>
          <a:p xmlns:a="http://schemas.openxmlformats.org/drawingml/2006/main">
            <a:r>
              <a:t/>
            </a:r>
          </a:p>
          <a:p xmlns:a="http://schemas.openxmlformats.org/drawingml/2006/main">
            <a:r>
              <a:t>REPÈRES FRANÇAIS</a:t>
            </a:r>
          </a:p>
          <a:p xmlns:a="http://schemas.openxmlformats.org/drawingml/2006/main">
            <a:r>
              <a:t>Emergent a servi à construire et améliorer l’interface et le backend. Les intégrations relient données astrologiques, rédaction assistée et paiement. La priorité actuelle est de tester le parcours complet et de fiabiliser la livraison.</a:t>
            </a:r>
          </a:p>
          <a:p xmlns:a="http://schemas.openxmlformats.org/drawingml/2006/main">
            <a:r>
              <a:t/>
            </a:r>
          </a:p>
          <a:p xmlns:a="http://schemas.openxmlformats.org/drawingml/2006/main">
            <a:r>
              <a:t>SOURCES AND STATUS</a:t>
            </a:r>
          </a:p>
          <a:p xmlns:a="http://schemas.openxmlformats.org/drawingml/2006/main">
            <a:r>
              <a:t>User-provided final invitation and project conversation, October 2026. Project repository supplied by the user. Current live flow to verify before recording. No sales or customer counts claimed.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30 seconds. Pitch slide 5 of 6.</a:t>
            </a:r>
          </a:p>
          <a:p xmlns:a="http://schemas.openxmlformats.org/drawingml/2006/main">
            <a:r>
              <a:t/>
            </a:r>
          </a:p>
          <a:p xmlns:a="http://schemas.openxmlformats.org/drawingml/2006/main">
            <a:r>
              <a:t>ENGLISH SCRIPT</a:t>
            </a:r>
          </a:p>
          <a:p xmlns:a="http://schemas.openxmlformats.org/drawingml/2006/main">
            <a:r>
              <a:t>The revenue model is based on paid personal reports and a credit system for eligible services. I want to start with a clear purchase and a useful result. Book and gift editions are a possible next step. I will measure completed purchases, successful delivery, customer feedback, and margin before investing further in acquisition.</a:t>
            </a:r>
          </a:p>
          <a:p xmlns:a="http://schemas.openxmlformats.org/drawingml/2006/main">
            <a:r>
              <a:t/>
            </a:r>
          </a:p>
          <a:p xmlns:a="http://schemas.openxmlformats.org/drawingml/2006/main">
            <a:r>
              <a:t>REPÈRES FRANÇAIS</a:t>
            </a:r>
          </a:p>
          <a:p xmlns:a="http://schemas.openxmlformats.org/drawingml/2006/main">
            <a:r>
              <a:t>Le modèle repose sur les rapports payants et les crédits pour les services concernés. Les éditions cadeau sont une évolution envisagée. Les indicateurs à suivre sont les achats finalisés, les livraisons réussies, les retours clients et la marge.</a:t>
            </a:r>
          </a:p>
          <a:p xmlns:a="http://schemas.openxmlformats.org/drawingml/2006/main">
            <a:r>
              <a:t/>
            </a:r>
          </a:p>
          <a:p xmlns:a="http://schemas.openxmlformats.org/drawingml/2006/main">
            <a:r>
              <a:t>SOURCES AND STATUS</a:t>
            </a:r>
          </a:p>
          <a:p xmlns:a="http://schemas.openxmlformats.org/drawingml/2006/main">
            <a:r>
              <a:t>User-provided final invitation and project conversation, October 2026. Project repository supplied by the user. Current live flow to verify before recording. No sales or customer counts claimed.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30 seconds. Pitch slide 6 of 6.</a:t>
            </a:r>
          </a:p>
          <a:p xmlns:a="http://schemas.openxmlformats.org/drawingml/2006/main">
            <a:r>
              <a:t/>
            </a:r>
          </a:p>
          <a:p xmlns:a="http://schemas.openxmlformats.org/drawingml/2006/main">
            <a:r>
              <a:t>ENGLISH SCRIPT</a:t>
            </a:r>
          </a:p>
          <a:p xmlns:a="http://schemas.openxmlformats.org/drawingml/2006/main">
            <a:r>
              <a:t>My next milestone is a consistent report that can become a book. I will validate a print sample and test a gift offer with real users. This illustrated story collection is still a concept. Emergent helped me build the application. I now want to prove the complete customer experience.</a:t>
            </a:r>
          </a:p>
          <a:p xmlns:a="http://schemas.openxmlformats.org/drawingml/2006/main">
            <a:r>
              <a:t/>
            </a:r>
          </a:p>
          <a:p xmlns:a="http://schemas.openxmlformats.org/drawingml/2006/main">
            <a:r>
              <a:t>REPÈRES FRANÇAIS</a:t>
            </a:r>
          </a:p>
          <a:p xmlns:a="http://schemas.openxmlformats.org/drawingml/2006/main">
            <a:r>
              <a:t>Le prochain objectif est un rapport de qualité constante, un exemplaire papier validé et un petit test d’offre cadeau. La collection de contes illustrés présentée est encore un concept.</a:t>
            </a:r>
          </a:p>
          <a:p xmlns:a="http://schemas.openxmlformats.org/drawingml/2006/main">
            <a:r>
              <a:t/>
            </a:r>
          </a:p>
          <a:p xmlns:a="http://schemas.openxmlformats.org/drawingml/2006/main">
            <a:r>
              <a:t>SOURCES AND STATUS</a:t>
            </a:r>
          </a:p>
          <a:p xmlns:a="http://schemas.openxmlformats.org/drawingml/2006/main">
            <a:r>
              <a:t>User-provided final invitation and project conversation, October 2026. Project repository supplied by the user. Current live flow to verify before recording. No sales or customer counts claimed. Visual: generated design concept from this conversation, not a real app screenshot or a manufactured product. Gift stories remain a concept.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60 seconds. Founder segment.</a:t>
            </a:r>
          </a:p>
          <a:p xmlns:a="http://schemas.openxmlformats.org/drawingml/2006/main">
            <a:r>
              <a:t/>
            </a:r>
          </a:p>
          <a:p xmlns:a="http://schemas.openxmlformats.org/drawingml/2006/main">
            <a:r>
              <a:t>ENGLISH SCRIPT</a:t>
            </a:r>
          </a:p>
          <a:p xmlns:a="http://schemas.openxmlformats.org/drawingml/2006/main">
            <a:r>
              <a:t>My name is Nadine Zebdi. I am a French entrepreneur, and I design and build digital products. With Plume Astrale, I wanted to create a personal experience that people could keep and return to over time. I have worked on the user journey, the visual identity, and the connection between data and written content. Emergent helped me test ideas and improve the application through iteration. This project has also taught me that a strong visual experience needs reliable delivery behind it. My ambition is to build a product that people understand, enjoy, and feel comfortable offering to someone else. Thank you.</a:t>
            </a:r>
          </a:p>
          <a:p xmlns:a="http://schemas.openxmlformats.org/drawingml/2006/main">
            <a:r>
              <a:t/>
            </a:r>
          </a:p>
          <a:p xmlns:a="http://schemas.openxmlformats.org/drawingml/2006/main">
            <a:r>
              <a:t>REPÈRES FRANÇAIS</a:t>
            </a:r>
          </a:p>
          <a:p xmlns:a="http://schemas.openxmlformats.org/drawingml/2006/main">
            <a:r>
              <a:t>Je suis Nadine Zebdi, entrepreneuse française, conceptrice et développeuse de produits numériques. Je souhaite créer une expérience personnelle que l’on garde et que l’on retrouve. Mon travail porte sur le parcours, l’identité visuelle et le lien entre données et contenu. L’ambition est un produit compréhensible, agréable et que l’on a envie d’offrir.</a:t>
            </a:r>
          </a:p>
          <a:p xmlns:a="http://schemas.openxmlformats.org/drawingml/2006/main">
            <a:r>
              <a:t/>
            </a:r>
          </a:p>
          <a:p xmlns:a="http://schemas.openxmlformats.org/drawingml/2006/main">
            <a:r>
              <a:t>SOURCES AND STATUS</a:t>
            </a:r>
          </a:p>
          <a:p xmlns:a="http://schemas.openxmlformats.org/drawingml/2006/main">
            <a:r>
              <a:t>User-provided final invitation and project conversation, October 2026. Project repository supplied by the user. Current live flow to verify before recording. No sales or customer counts claimed.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Id="R48bf4706220b411d"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90a5c262021743f6"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030b80c5949b4ba9"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082ea8d5d80f4a82"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2130fa31283042c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38a91de38f6340a3" Type="http://schemas.openxmlformats.org/officeDocument/2006/relationships/slideMaster" Target="../slideMasters/slideMaster1.xml"/></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9B60E25-2518-47C4-926C-C3E64984876B}"/>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1533D64F-DCAC-4808-B403-E0E3146FE74C}"/>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8E957FD5-AED8-42EA-A9F3-FF57349CE912}"/>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9076938-0A8A-422F-8662-49D7012173D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B49D430B-BA3E-4B65-B50B-16039056D8FF}"/>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DB97848F-F17E-4726-B492-92CB64361B7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566447D-B7DA-459B-B6E3-9444AC4AAD5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0F137E90-3331-4AB3-A3D6-50DB16091C78}"/>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876093B-5A30-4A4F-91A9-9CB15729D1D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2104EEC-0257-4D07-91F3-4C720DFAD73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Id="R2f8e9d4e2fdb411c" Type="http://schemas.openxmlformats.org/officeDocument/2006/relationships/theme" Target="theme/theme2.xml"/><Relationship Id="R36e205385bae4935" Type="http://schemas.openxmlformats.org/officeDocument/2006/relationships/slideLayout" Target="../slideLayouts/slideLayout6.xml"/><Relationship Id="R73bf9795aacc47d0" Type="http://schemas.openxmlformats.org/officeDocument/2006/relationships/slideLayout" Target="../slideLayouts/slideLayout2.xml"/><Relationship Id="R9d57f2f669e342fc" Type="http://schemas.openxmlformats.org/officeDocument/2006/relationships/slideLayout" Target="../slideLayouts/slideLayout1.xml"/><Relationship Id="Ra1f18162008542f8" Type="http://schemas.openxmlformats.org/officeDocument/2006/relationships/slideLayout" Target="../slideLayouts/slideLayout4.xml"/><Relationship Id="Rb789a8808d5f47b3" Type="http://schemas.openxmlformats.org/officeDocument/2006/relationships/slideLayout" Target="../slideLayouts/slideLayout3.xml"/><Relationship Id="Rdecbbdfe7ca041a1" Type="http://schemas.openxmlformats.org/officeDocument/2006/relationships/slideLayout" Target="../slideLayouts/slideLayout5.xml"/></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d57f2f669e342fc"/>
    <p:sldLayoutId xmlns:r="http://schemas.openxmlformats.org/officeDocument/2006/relationships" id="2147483650" r:id="R73bf9795aacc47d0"/>
    <p:sldLayoutId xmlns:r="http://schemas.openxmlformats.org/officeDocument/2006/relationships" id="2147483651" r:id="Rb789a8808d5f47b3"/>
    <p:sldLayoutId xmlns:r="http://schemas.openxmlformats.org/officeDocument/2006/relationships" id="2147483652" r:id="Ra1f18162008542f8"/>
    <p:sldLayoutId xmlns:r="http://schemas.openxmlformats.org/officeDocument/2006/relationships" id="2147483653" r:id="Rdecbbdfe7ca041a1"/>
    <p:sldLayoutId xmlns:r="http://schemas.openxmlformats.org/officeDocument/2006/relationships" id="2147483654" r:id="R36e205385bae493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4fdd19789eb34b57" Type="http://schemas.openxmlformats.org/officeDocument/2006/relationships/slideLayout" Target="../slideLayouts/slideLayout6.xml"/><Relationship Id="R9658e032dfeb43d4" Type="http://schemas.openxmlformats.org/officeDocument/2006/relationships/notesSlide" Target="../notesSlides/notesSlide1.xml"/><Relationship Id="Rb738a26a8ab54629" Type="http://schemas.openxmlformats.org/officeDocument/2006/relationships/image" Target="../media/image.png"/></Relationships>
</file>

<file path=ppt/slides/_rels/slide2.xml.rels><?xml version='1.0' encoding='UTF-8' standalone='yes'?>
<Relationships xmlns="http://schemas.openxmlformats.org/package/2006/relationships"><Relationship Id="R145b3182991f472f" Type="http://schemas.openxmlformats.org/officeDocument/2006/relationships/slideLayout" Target="../slideLayouts/slideLayout6.xml"/><Relationship Id="R8860296b153545a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02dd51c1ca2a418d" Type="http://schemas.openxmlformats.org/officeDocument/2006/relationships/slideLayout" Target="../slideLayouts/slideLayout6.xml"/><Relationship Id="Rd2f70902f4c74dd1" Type="http://schemas.openxmlformats.org/officeDocument/2006/relationships/notesSlide" Target="../notesSlides/notesSlide3.xml"/><Relationship Id="Reb79e24c825a4f7f" Type="http://schemas.openxmlformats.org/officeDocument/2006/relationships/image" Target="../media/image2.png"/></Relationships>
</file>

<file path=ppt/slides/_rels/slide4.xml.rels><?xml version='1.0' encoding='UTF-8' standalone='yes'?>
<Relationships xmlns="http://schemas.openxmlformats.org/package/2006/relationships"><Relationship Id="R8eea6cfe3de348ab" Type="http://schemas.openxmlformats.org/officeDocument/2006/relationships/slideLayout" Target="../slideLayouts/slideLayout6.xml"/><Relationship Id="Rd28f806d30014d6f"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8920cd1dfb7a4c26" Type="http://schemas.openxmlformats.org/officeDocument/2006/relationships/notesSlide" Target="../notesSlides/notesSlide5.xml"/><Relationship Id="R8df6658d4dc9473e"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3490518009c4490a" Type="http://schemas.openxmlformats.org/officeDocument/2006/relationships/image" Target="../media/image3.png"/><Relationship Id="R6c019398b0d44edc" Type="http://schemas.openxmlformats.org/officeDocument/2006/relationships/slideLayout" Target="../slideLayouts/slideLayout6.xml"/><Relationship Id="Rfd1da69fdaf04e7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12e3365e2fb04f1a" Type="http://schemas.openxmlformats.org/officeDocument/2006/relationships/slideLayout" Target="../slideLayouts/slideLayout6.xml"/><Relationship Id="R94778420415b4ea6" Type="http://schemas.openxmlformats.org/officeDocument/2006/relationships/notesSlide" Target="../notesSlides/notesSlide7.xml"/></Relationships>
</file>

<file path=ppt/slides/slide1.xml><?xml version="1.0" encoding="utf-8"?>
<p:sld xmlns:p="http://schemas.openxmlformats.org/presentationml/2006/main">
  <p:cSld>
    <p:bg>
      <p:bgPr>
        <a:solidFill xmlns:a="http://schemas.openxmlformats.org/drawingml/2006/main">
          <a:srgbClr val="111C33"/>
        </a:solidFill>
      </p:bgPr>
    </p:bg>
    <p:spTree>
      <p:nvGrpSpPr>
        <p:cNvPr id="1" name=""/>
        <p:cNvGrpSpPr/>
        <p:nvPr/>
      </p:nvGrpSpPr>
      <p:grpSpPr>
        <a:xfrm xmlns:a="http://schemas.openxmlformats.org/drawingml/2006/main"/>
      </p:grpSpPr>
      <p:sp>
        <p:nvSpPr>
          <p:cNvPr id="7" name="brand">
            <a:extLst xmlns:a="http://schemas.openxmlformats.org/drawingml/2006/main">
              <a:ext uri="{FF2B5EF4-FFF2-40B4-BE49-F238E27FC236}">
                <a16:creationId xmlns:a16="http://schemas.microsoft.com/office/drawing/2014/main" id="{D2C5940E-F5BD-4B77-9675-C54CFEDD8BFB}"/>
              </a:ext>
            </a:extLst>
          </p:cNvPr>
          <p:cNvSpPr>
            <a:spLocks xmlns:a="http://schemas.openxmlformats.org/drawingml/2006/main" noGrp="1"/>
          </p:cNvSpPr>
          <p:nvPr/>
        </p:nvSpPr>
        <p:spPr>
          <a:xfrm xmlns:a="http://schemas.openxmlformats.org/drawingml/2006/main">
            <a:off x="609600" y="1047750"/>
            <a:ext cx="5191125"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4650" b="1">
                <a:solidFill>
                  <a:srgbClr val="F7F2E8"/>
                </a:solidFill>
                <a:latin typeface="DejaVu Sans"/>
                <a:ea typeface="DejaVu Sans"/>
                <a:cs typeface="DejaVu Sans"/>
              </a:defRPr>
            </a:defPPr>
            <a:lvl1pPr>
              <a:defRPr sz="4650" b="1">
                <a:solidFill>
                  <a:srgbClr val="F7F2E8"/>
                </a:solidFill>
                <a:latin typeface="DejaVu Sans"/>
                <a:ea typeface="DejaVu Sans"/>
                <a:cs typeface="DejaVu Sans"/>
              </a:defRPr>
            </a:lvl1pPr>
            <a:lvl2pPr>
              <a:defRPr sz="4650" b="1">
                <a:solidFill>
                  <a:srgbClr val="F7F2E8"/>
                </a:solidFill>
                <a:latin typeface="DejaVu Sans"/>
                <a:ea typeface="DejaVu Sans"/>
                <a:cs typeface="DejaVu Sans"/>
              </a:defRPr>
            </a:lvl2pPr>
            <a:lvl3pPr>
              <a:defRPr sz="4650" b="1">
                <a:solidFill>
                  <a:srgbClr val="F7F2E8"/>
                </a:solidFill>
                <a:latin typeface="DejaVu Sans"/>
                <a:ea typeface="DejaVu Sans"/>
                <a:cs typeface="DejaVu Sans"/>
              </a:defRPr>
            </a:lvl3pPr>
            <a:lvl4pPr>
              <a:defRPr sz="4650" b="1">
                <a:solidFill>
                  <a:srgbClr val="F7F2E8"/>
                </a:solidFill>
                <a:latin typeface="DejaVu Sans"/>
                <a:ea typeface="DejaVu Sans"/>
                <a:cs typeface="DejaVu Sans"/>
              </a:defRPr>
            </a:lvl4pPr>
            <a:lvl5pPr>
              <a:defRPr sz="4650" b="1">
                <a:solidFill>
                  <a:srgbClr val="F7F2E8"/>
                </a:solidFill>
                <a:latin typeface="DejaVu Sans"/>
                <a:ea typeface="DejaVu Sans"/>
                <a:cs typeface="DejaVu Sans"/>
              </a:defRPr>
            </a:lvl5pPr>
            <a:lvl6pPr>
              <a:defRPr sz="4650" b="1">
                <a:solidFill>
                  <a:srgbClr val="F7F2E8"/>
                </a:solidFill>
                <a:latin typeface="DejaVu Sans"/>
                <a:ea typeface="DejaVu Sans"/>
                <a:cs typeface="DejaVu Sans"/>
              </a:defRPr>
            </a:lvl6pPr>
            <a:lvl7pPr>
              <a:defRPr sz="4650" b="1">
                <a:solidFill>
                  <a:srgbClr val="F7F2E8"/>
                </a:solidFill>
                <a:latin typeface="DejaVu Sans"/>
                <a:ea typeface="DejaVu Sans"/>
                <a:cs typeface="DejaVu Sans"/>
              </a:defRPr>
            </a:lvl7pPr>
            <a:lvl8pPr>
              <a:defRPr sz="4650" b="1">
                <a:solidFill>
                  <a:srgbClr val="F7F2E8"/>
                </a:solidFill>
                <a:latin typeface="DejaVu Sans"/>
                <a:ea typeface="DejaVu Sans"/>
                <a:cs typeface="DejaVu Sans"/>
              </a:defRPr>
            </a:lvl8pPr>
            <a:lvl9pPr>
              <a:defRPr sz="4650" b="1">
                <a:solidFill>
                  <a:srgbClr val="F7F2E8"/>
                </a:solidFill>
                <a:latin typeface="DejaVu Sans"/>
                <a:ea typeface="DejaVu Sans"/>
                <a:cs typeface="DejaVu Sans"/>
              </a:defRPr>
            </a:lvl9pPr>
          </a:lstStyle>
          <a:p xmlns:a="http://schemas.openxmlformats.org/drawingml/2006/main">
            <a:pPr>
              <a:defRPr sz="4650" b="1">
                <a:solidFill>
                  <a:srgbClr val="F7F2E8"/>
                </a:solidFill>
                <a:latin typeface="DejaVu Sans"/>
                <a:ea typeface="DejaVu Sans"/>
                <a:cs typeface="DejaVu Sans"/>
              </a:defRPr>
            </a:pPr>
            <a:r>
              <a:rPr sz="4650" b="1">
                <a:solidFill>
                  <a:srgbClr val="F7F2E8"/>
                </a:solidFill>
                <a:latin typeface="DejaVu Sans"/>
                <a:ea typeface="DejaVu Sans"/>
                <a:cs typeface="DejaVu Sans"/>
              </a:rPr>
              <a:t>Plume Astrale</a:t>
            </a:r>
          </a:p>
        </p:txBody>
      </p:sp>
      <p:sp>
        <p:nvSpPr>
          <p:cNvPr id="2" name="promise">
            <a:extLst xmlns:a="http://schemas.openxmlformats.org/drawingml/2006/main">
              <a:ext uri="{FF2B5EF4-FFF2-40B4-BE49-F238E27FC236}">
                <a16:creationId xmlns:a16="http://schemas.microsoft.com/office/drawing/2014/main" id="{665EBD70-669D-4BF8-BE59-889DB752EC71}"/>
              </a:ext>
            </a:extLst>
          </p:cNvPr>
          <p:cNvSpPr>
            <a:spLocks xmlns:a="http://schemas.openxmlformats.org/drawingml/2006/main" noGrp="1"/>
          </p:cNvSpPr>
          <p:nvPr/>
        </p:nvSpPr>
        <p:spPr>
          <a:xfrm xmlns:a="http://schemas.openxmlformats.org/drawingml/2006/main">
            <a:off x="647700" y="2286000"/>
            <a:ext cx="4762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775" b="0">
                <a:solidFill>
                  <a:srgbClr val="E4C99E"/>
                </a:solidFill>
                <a:latin typeface="DejaVu Sans"/>
                <a:ea typeface="DejaVu Sans"/>
                <a:cs typeface="DejaVu Sans"/>
              </a:defRPr>
            </a:defPPr>
            <a:lvl1pPr>
              <a:defRPr sz="2775" b="0">
                <a:solidFill>
                  <a:srgbClr val="E4C99E"/>
                </a:solidFill>
                <a:latin typeface="DejaVu Sans"/>
                <a:ea typeface="DejaVu Sans"/>
                <a:cs typeface="DejaVu Sans"/>
              </a:defRPr>
            </a:lvl1pPr>
            <a:lvl2pPr>
              <a:defRPr sz="2775" b="0">
                <a:solidFill>
                  <a:srgbClr val="E4C99E"/>
                </a:solidFill>
                <a:latin typeface="DejaVu Sans"/>
                <a:ea typeface="DejaVu Sans"/>
                <a:cs typeface="DejaVu Sans"/>
              </a:defRPr>
            </a:lvl2pPr>
            <a:lvl3pPr>
              <a:defRPr sz="2775" b="0">
                <a:solidFill>
                  <a:srgbClr val="E4C99E"/>
                </a:solidFill>
                <a:latin typeface="DejaVu Sans"/>
                <a:ea typeface="DejaVu Sans"/>
                <a:cs typeface="DejaVu Sans"/>
              </a:defRPr>
            </a:lvl3pPr>
            <a:lvl4pPr>
              <a:defRPr sz="2775" b="0">
                <a:solidFill>
                  <a:srgbClr val="E4C99E"/>
                </a:solidFill>
                <a:latin typeface="DejaVu Sans"/>
                <a:ea typeface="DejaVu Sans"/>
                <a:cs typeface="DejaVu Sans"/>
              </a:defRPr>
            </a:lvl4pPr>
            <a:lvl5pPr>
              <a:defRPr sz="2775" b="0">
                <a:solidFill>
                  <a:srgbClr val="E4C99E"/>
                </a:solidFill>
                <a:latin typeface="DejaVu Sans"/>
                <a:ea typeface="DejaVu Sans"/>
                <a:cs typeface="DejaVu Sans"/>
              </a:defRPr>
            </a:lvl5pPr>
            <a:lvl6pPr>
              <a:defRPr sz="2775" b="0">
                <a:solidFill>
                  <a:srgbClr val="E4C99E"/>
                </a:solidFill>
                <a:latin typeface="DejaVu Sans"/>
                <a:ea typeface="DejaVu Sans"/>
                <a:cs typeface="DejaVu Sans"/>
              </a:defRPr>
            </a:lvl6pPr>
            <a:lvl7pPr>
              <a:defRPr sz="2775" b="0">
                <a:solidFill>
                  <a:srgbClr val="E4C99E"/>
                </a:solidFill>
                <a:latin typeface="DejaVu Sans"/>
                <a:ea typeface="DejaVu Sans"/>
                <a:cs typeface="DejaVu Sans"/>
              </a:defRPr>
            </a:lvl7pPr>
            <a:lvl8pPr>
              <a:defRPr sz="2775" b="0">
                <a:solidFill>
                  <a:srgbClr val="E4C99E"/>
                </a:solidFill>
                <a:latin typeface="DejaVu Sans"/>
                <a:ea typeface="DejaVu Sans"/>
                <a:cs typeface="DejaVu Sans"/>
              </a:defRPr>
            </a:lvl8pPr>
            <a:lvl9pPr>
              <a:defRPr sz="2775" b="0">
                <a:solidFill>
                  <a:srgbClr val="E4C99E"/>
                </a:solidFill>
                <a:latin typeface="DejaVu Sans"/>
                <a:ea typeface="DejaVu Sans"/>
                <a:cs typeface="DejaVu Sans"/>
              </a:defRPr>
            </a:lvl9pPr>
          </a:lstStyle>
          <a:p xmlns:a="http://schemas.openxmlformats.org/drawingml/2006/main">
            <a:pPr>
              <a:defRPr sz="2775" b="0">
                <a:solidFill>
                  <a:srgbClr val="E4C99E"/>
                </a:solidFill>
                <a:latin typeface="DejaVu Sans"/>
                <a:ea typeface="DejaVu Sans"/>
                <a:cs typeface="DejaVu Sans"/>
              </a:defRPr>
            </a:pPr>
            <a:r>
              <a:rPr sz="2775" b="0">
                <a:solidFill>
                  <a:srgbClr val="E4C99E"/>
                </a:solidFill>
                <a:latin typeface="DejaVu Sans"/>
                <a:ea typeface="DejaVu Sans"/>
                <a:cs typeface="DejaVu Sans"/>
              </a:rPr>
              <a:t>Personal birth-chart readings</a:t>
            </a:r>
          </a:p>
          <a:p xmlns:a="http://schemas.openxmlformats.org/drawingml/2006/main">
            <a:pPr>
              <a:defRPr sz="2775" b="0">
                <a:solidFill>
                  <a:srgbClr val="E4C99E"/>
                </a:solidFill>
                <a:latin typeface="DejaVu Sans"/>
                <a:ea typeface="DejaVu Sans"/>
                <a:cs typeface="DejaVu Sans"/>
              </a:defRPr>
            </a:pPr>
            <a:r>
              <a:rPr sz="2775" b="0">
                <a:solidFill>
                  <a:srgbClr val="E4C99E"/>
                </a:solidFill>
                <a:latin typeface="DejaVu Sans"/>
                <a:ea typeface="DejaVu Sans"/>
                <a:cs typeface="DejaVu Sans"/>
              </a:rPr>
              <a:t>you can keep</a:t>
            </a:r>
          </a:p>
        </p:txBody>
      </p:sp>
      <p:sp>
        <p:nvSpPr>
          <p:cNvPr id="3" name="position">
            <a:extLst xmlns:a="http://schemas.openxmlformats.org/drawingml/2006/main">
              <a:ext uri="{FF2B5EF4-FFF2-40B4-BE49-F238E27FC236}">
                <a16:creationId xmlns:a16="http://schemas.microsoft.com/office/drawing/2014/main" id="{2F5A2887-4932-473B-9F6B-97275E2AC1C3}"/>
              </a:ext>
            </a:extLst>
          </p:cNvPr>
          <p:cNvSpPr>
            <a:spLocks xmlns:a="http://schemas.openxmlformats.org/drawingml/2006/main" noGrp="1"/>
          </p:cNvSpPr>
          <p:nvPr/>
        </p:nvSpPr>
        <p:spPr>
          <a:xfrm xmlns:a="http://schemas.openxmlformats.org/drawingml/2006/main">
            <a:off x="647700" y="4191000"/>
            <a:ext cx="4857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800" b="0">
                <a:solidFill>
                  <a:srgbClr val="C8CFDC"/>
                </a:solidFill>
                <a:latin typeface="DejaVu Sans"/>
                <a:ea typeface="DejaVu Sans"/>
                <a:cs typeface="DejaVu Sans"/>
              </a:defRPr>
            </a:defPPr>
            <a:lvl1pPr>
              <a:defRPr sz="1800" b="0">
                <a:solidFill>
                  <a:srgbClr val="C8CFDC"/>
                </a:solidFill>
                <a:latin typeface="DejaVu Sans"/>
                <a:ea typeface="DejaVu Sans"/>
                <a:cs typeface="DejaVu Sans"/>
              </a:defRPr>
            </a:lvl1pPr>
            <a:lvl2pPr>
              <a:defRPr sz="1800" b="0">
                <a:solidFill>
                  <a:srgbClr val="C8CFDC"/>
                </a:solidFill>
                <a:latin typeface="DejaVu Sans"/>
                <a:ea typeface="DejaVu Sans"/>
                <a:cs typeface="DejaVu Sans"/>
              </a:defRPr>
            </a:lvl2pPr>
            <a:lvl3pPr>
              <a:defRPr sz="1800" b="0">
                <a:solidFill>
                  <a:srgbClr val="C8CFDC"/>
                </a:solidFill>
                <a:latin typeface="DejaVu Sans"/>
                <a:ea typeface="DejaVu Sans"/>
                <a:cs typeface="DejaVu Sans"/>
              </a:defRPr>
            </a:lvl3pPr>
            <a:lvl4pPr>
              <a:defRPr sz="1800" b="0">
                <a:solidFill>
                  <a:srgbClr val="C8CFDC"/>
                </a:solidFill>
                <a:latin typeface="DejaVu Sans"/>
                <a:ea typeface="DejaVu Sans"/>
                <a:cs typeface="DejaVu Sans"/>
              </a:defRPr>
            </a:lvl4pPr>
            <a:lvl5pPr>
              <a:defRPr sz="1800" b="0">
                <a:solidFill>
                  <a:srgbClr val="C8CFDC"/>
                </a:solidFill>
                <a:latin typeface="DejaVu Sans"/>
                <a:ea typeface="DejaVu Sans"/>
                <a:cs typeface="DejaVu Sans"/>
              </a:defRPr>
            </a:lvl5pPr>
            <a:lvl6pPr>
              <a:defRPr sz="1800" b="0">
                <a:solidFill>
                  <a:srgbClr val="C8CFDC"/>
                </a:solidFill>
                <a:latin typeface="DejaVu Sans"/>
                <a:ea typeface="DejaVu Sans"/>
                <a:cs typeface="DejaVu Sans"/>
              </a:defRPr>
            </a:lvl6pPr>
            <a:lvl7pPr>
              <a:defRPr sz="1800" b="0">
                <a:solidFill>
                  <a:srgbClr val="C8CFDC"/>
                </a:solidFill>
                <a:latin typeface="DejaVu Sans"/>
                <a:ea typeface="DejaVu Sans"/>
                <a:cs typeface="DejaVu Sans"/>
              </a:defRPr>
            </a:lvl7pPr>
            <a:lvl8pPr>
              <a:defRPr sz="1800" b="0">
                <a:solidFill>
                  <a:srgbClr val="C8CFDC"/>
                </a:solidFill>
                <a:latin typeface="DejaVu Sans"/>
                <a:ea typeface="DejaVu Sans"/>
                <a:cs typeface="DejaVu Sans"/>
              </a:defRPr>
            </a:lvl8pPr>
            <a:lvl9pPr>
              <a:defRPr sz="1800" b="0">
                <a:solidFill>
                  <a:srgbClr val="C8CFDC"/>
                </a:solidFill>
                <a:latin typeface="DejaVu Sans"/>
                <a:ea typeface="DejaVu Sans"/>
                <a:cs typeface="DejaVu Sans"/>
              </a:defRPr>
            </a:lvl9pPr>
          </a:lstStyle>
          <a:p xmlns:a="http://schemas.openxmlformats.org/drawingml/2006/main">
            <a:pPr>
              <a:defRPr sz="1800" b="0">
                <a:solidFill>
                  <a:srgbClr val="C8CFDC"/>
                </a:solidFill>
                <a:latin typeface="DejaVu Sans"/>
                <a:ea typeface="DejaVu Sans"/>
                <a:cs typeface="DejaVu Sans"/>
              </a:defRPr>
            </a:pPr>
            <a:r>
              <a:rPr sz="1800" b="0">
                <a:solidFill>
                  <a:srgbClr val="C8CFDC"/>
                </a:solidFill>
                <a:latin typeface="DejaVu Sans"/>
                <a:ea typeface="DejaVu Sans"/>
                <a:cs typeface="DejaVu Sans"/>
              </a:rPr>
              <a:t>Symbolic self-reflection</a:t>
            </a:r>
          </a:p>
        </p:txBody>
      </p:sp>
      <p:pic>
        <p:nvPicPr>
          <p:cNvPr id="4" name="">
            <a:extLst xmlns:a="http://schemas.openxmlformats.org/drawingml/2006/main">
              <a:ext uri="{FF2B5EF4-FFF2-40B4-BE49-F238E27FC236}">
                <a16:creationId xmlns:a16="http://schemas.microsoft.com/office/drawing/2014/main" id="{AEC8A6CF-2AF1-4216-A8B7-E063725C6653}"/>
              </a:ext>
            </a:extLst>
          </p:cNvPr>
          <p:cNvPicPr>
            <a:picLocks xmlns:a="http://schemas.openxmlformats.org/drawingml/2006/main" noChangeAspect="1"/>
          </p:cNvPicPr>
          <p:nvPr/>
        </p:nvPicPr>
        <p:blipFill>
          <a:blip xmlns:r="http://schemas.openxmlformats.org/officeDocument/2006/relationships" xmlns:a="http://schemas.openxmlformats.org/drawingml/2006/main" r:embed="Rb738a26a8ab54629"/>
          <a:stretch xmlns:a="http://schemas.openxmlformats.org/drawingml/2006/main"/>
        </p:blipFill>
        <p:spPr>
          <a:xfrm xmlns:a="http://schemas.openxmlformats.org/drawingml/2006/main">
            <a:off x="5810250" y="1254125"/>
            <a:ext cx="5810250" cy="3873500"/>
          </a:xfrm>
          <a:prstGeom xmlns:a="http://schemas.openxmlformats.org/drawingml/2006/main" prst="rect">
            <a:avLst/>
          </a:prstGeom>
        </p:spPr>
      </p:pic>
      <p:sp>
        <p:nvSpPr>
          <p:cNvPr id="5" name="disclosure">
            <a:extLst xmlns:a="http://schemas.openxmlformats.org/drawingml/2006/main">
              <a:ext uri="{FF2B5EF4-FFF2-40B4-BE49-F238E27FC236}">
                <a16:creationId xmlns:a16="http://schemas.microsoft.com/office/drawing/2014/main" id="{5BB86042-68D0-43DD-A84A-DD4D6FB3BB48}"/>
              </a:ext>
            </a:extLst>
          </p:cNvPr>
          <p:cNvSpPr>
            <a:spLocks xmlns:a="http://schemas.openxmlformats.org/drawingml/2006/main" noGrp="1"/>
          </p:cNvSpPr>
          <p:nvPr/>
        </p:nvSpPr>
        <p:spPr>
          <a:xfrm xmlns:a="http://schemas.openxmlformats.org/drawingml/2006/main">
            <a:off x="6286500" y="5334000"/>
            <a:ext cx="476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500" b="0">
                <a:solidFill>
                  <a:srgbClr val="C8CFDC"/>
                </a:solidFill>
                <a:latin typeface="DejaVu Sans"/>
                <a:ea typeface="DejaVu Sans"/>
                <a:cs typeface="DejaVu Sans"/>
              </a:defRPr>
            </a:defPPr>
            <a:lvl1pPr>
              <a:defRPr sz="1500" b="0">
                <a:solidFill>
                  <a:srgbClr val="C8CFDC"/>
                </a:solidFill>
                <a:latin typeface="DejaVu Sans"/>
                <a:ea typeface="DejaVu Sans"/>
                <a:cs typeface="DejaVu Sans"/>
              </a:defRPr>
            </a:lvl1pPr>
            <a:lvl2pPr>
              <a:defRPr sz="1500" b="0">
                <a:solidFill>
                  <a:srgbClr val="C8CFDC"/>
                </a:solidFill>
                <a:latin typeface="DejaVu Sans"/>
                <a:ea typeface="DejaVu Sans"/>
                <a:cs typeface="DejaVu Sans"/>
              </a:defRPr>
            </a:lvl2pPr>
            <a:lvl3pPr>
              <a:defRPr sz="1500" b="0">
                <a:solidFill>
                  <a:srgbClr val="C8CFDC"/>
                </a:solidFill>
                <a:latin typeface="DejaVu Sans"/>
                <a:ea typeface="DejaVu Sans"/>
                <a:cs typeface="DejaVu Sans"/>
              </a:defRPr>
            </a:lvl3pPr>
            <a:lvl4pPr>
              <a:defRPr sz="1500" b="0">
                <a:solidFill>
                  <a:srgbClr val="C8CFDC"/>
                </a:solidFill>
                <a:latin typeface="DejaVu Sans"/>
                <a:ea typeface="DejaVu Sans"/>
                <a:cs typeface="DejaVu Sans"/>
              </a:defRPr>
            </a:lvl4pPr>
            <a:lvl5pPr>
              <a:defRPr sz="1500" b="0">
                <a:solidFill>
                  <a:srgbClr val="C8CFDC"/>
                </a:solidFill>
                <a:latin typeface="DejaVu Sans"/>
                <a:ea typeface="DejaVu Sans"/>
                <a:cs typeface="DejaVu Sans"/>
              </a:defRPr>
            </a:lvl5pPr>
            <a:lvl6pPr>
              <a:defRPr sz="1500" b="0">
                <a:solidFill>
                  <a:srgbClr val="C8CFDC"/>
                </a:solidFill>
                <a:latin typeface="DejaVu Sans"/>
                <a:ea typeface="DejaVu Sans"/>
                <a:cs typeface="DejaVu Sans"/>
              </a:defRPr>
            </a:lvl6pPr>
            <a:lvl7pPr>
              <a:defRPr sz="1500" b="0">
                <a:solidFill>
                  <a:srgbClr val="C8CFDC"/>
                </a:solidFill>
                <a:latin typeface="DejaVu Sans"/>
                <a:ea typeface="DejaVu Sans"/>
                <a:cs typeface="DejaVu Sans"/>
              </a:defRPr>
            </a:lvl7pPr>
            <a:lvl8pPr>
              <a:defRPr sz="1500" b="0">
                <a:solidFill>
                  <a:srgbClr val="C8CFDC"/>
                </a:solidFill>
                <a:latin typeface="DejaVu Sans"/>
                <a:ea typeface="DejaVu Sans"/>
                <a:cs typeface="DejaVu Sans"/>
              </a:defRPr>
            </a:lvl8pPr>
            <a:lvl9pPr>
              <a:defRPr sz="1500" b="0">
                <a:solidFill>
                  <a:srgbClr val="C8CFDC"/>
                </a:solidFill>
                <a:latin typeface="DejaVu Sans"/>
                <a:ea typeface="DejaVu Sans"/>
                <a:cs typeface="DejaVu Sans"/>
              </a:defRPr>
            </a:lvl9pPr>
          </a:lstStyle>
          <a:p xmlns:a="http://schemas.openxmlformats.org/drawingml/2006/main">
            <a:pPr>
              <a:defRPr sz="1500" b="0">
                <a:solidFill>
                  <a:srgbClr val="C8CFDC"/>
                </a:solidFill>
                <a:latin typeface="DejaVu Sans"/>
                <a:ea typeface="DejaVu Sans"/>
                <a:cs typeface="DejaVu Sans"/>
              </a:defRPr>
            </a:pPr>
            <a:r>
              <a:rPr sz="1500" b="0">
                <a:solidFill>
                  <a:srgbClr val="C8CFDC"/>
                </a:solidFill>
                <a:latin typeface="DejaVu Sans"/>
                <a:ea typeface="DejaVu Sans"/>
                <a:cs typeface="DejaVu Sans"/>
              </a:rPr>
              <a:t>Book design concept</a:t>
            </a:r>
          </a:p>
        </p:txBody>
      </p:sp>
      <p:sp>
        <p:nvSpPr>
          <p:cNvPr id="6" name="page">
            <a:extLst xmlns:a="http://schemas.openxmlformats.org/drawingml/2006/main">
              <a:ext uri="{FF2B5EF4-FFF2-40B4-BE49-F238E27FC236}">
                <a16:creationId xmlns:a16="http://schemas.microsoft.com/office/drawing/2014/main" id="{B6342467-731C-471A-94EF-A2A71BC35C70}"/>
              </a:ext>
            </a:extLst>
          </p:cNvPr>
          <p:cNvSpPr>
            <a:spLocks xmlns:a="http://schemas.openxmlformats.org/drawingml/2006/main" noGrp="1"/>
          </p:cNvSpPr>
          <p:nvPr/>
        </p:nvSpPr>
        <p:spPr>
          <a:xfrm xmlns:a="http://schemas.openxmlformats.org/drawingml/2006/main">
            <a:off x="11001375" y="6296025"/>
            <a:ext cx="762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00" b="0">
                <a:solidFill>
                  <a:srgbClr val="AAB4C8"/>
                </a:solidFill>
                <a:latin typeface="DejaVu Sans"/>
                <a:ea typeface="DejaVu Sans"/>
                <a:cs typeface="DejaVu Sans"/>
              </a:defRPr>
            </a:defPPr>
            <a:lvl1pPr>
              <a:defRPr sz="1200" b="0">
                <a:solidFill>
                  <a:srgbClr val="AAB4C8"/>
                </a:solidFill>
                <a:latin typeface="DejaVu Sans"/>
                <a:ea typeface="DejaVu Sans"/>
                <a:cs typeface="DejaVu Sans"/>
              </a:defRPr>
            </a:lvl1pPr>
            <a:lvl2pPr>
              <a:defRPr sz="1200" b="0">
                <a:solidFill>
                  <a:srgbClr val="AAB4C8"/>
                </a:solidFill>
                <a:latin typeface="DejaVu Sans"/>
                <a:ea typeface="DejaVu Sans"/>
                <a:cs typeface="DejaVu Sans"/>
              </a:defRPr>
            </a:lvl2pPr>
            <a:lvl3pPr>
              <a:defRPr sz="1200" b="0">
                <a:solidFill>
                  <a:srgbClr val="AAB4C8"/>
                </a:solidFill>
                <a:latin typeface="DejaVu Sans"/>
                <a:ea typeface="DejaVu Sans"/>
                <a:cs typeface="DejaVu Sans"/>
              </a:defRPr>
            </a:lvl3pPr>
            <a:lvl4pPr>
              <a:defRPr sz="1200" b="0">
                <a:solidFill>
                  <a:srgbClr val="AAB4C8"/>
                </a:solidFill>
                <a:latin typeface="DejaVu Sans"/>
                <a:ea typeface="DejaVu Sans"/>
                <a:cs typeface="DejaVu Sans"/>
              </a:defRPr>
            </a:lvl4pPr>
            <a:lvl5pPr>
              <a:defRPr sz="1200" b="0">
                <a:solidFill>
                  <a:srgbClr val="AAB4C8"/>
                </a:solidFill>
                <a:latin typeface="DejaVu Sans"/>
                <a:ea typeface="DejaVu Sans"/>
                <a:cs typeface="DejaVu Sans"/>
              </a:defRPr>
            </a:lvl5pPr>
            <a:lvl6pPr>
              <a:defRPr sz="1200" b="0">
                <a:solidFill>
                  <a:srgbClr val="AAB4C8"/>
                </a:solidFill>
                <a:latin typeface="DejaVu Sans"/>
                <a:ea typeface="DejaVu Sans"/>
                <a:cs typeface="DejaVu Sans"/>
              </a:defRPr>
            </a:lvl6pPr>
            <a:lvl7pPr>
              <a:defRPr sz="1200" b="0">
                <a:solidFill>
                  <a:srgbClr val="AAB4C8"/>
                </a:solidFill>
                <a:latin typeface="DejaVu Sans"/>
                <a:ea typeface="DejaVu Sans"/>
                <a:cs typeface="DejaVu Sans"/>
              </a:defRPr>
            </a:lvl7pPr>
            <a:lvl8pPr>
              <a:defRPr sz="1200" b="0">
                <a:solidFill>
                  <a:srgbClr val="AAB4C8"/>
                </a:solidFill>
                <a:latin typeface="DejaVu Sans"/>
                <a:ea typeface="DejaVu Sans"/>
                <a:cs typeface="DejaVu Sans"/>
              </a:defRPr>
            </a:lvl8pPr>
            <a:lvl9pPr>
              <a:defRPr sz="1200" b="0">
                <a:solidFill>
                  <a:srgbClr val="AAB4C8"/>
                </a:solidFill>
                <a:latin typeface="DejaVu Sans"/>
                <a:ea typeface="DejaVu Sans"/>
                <a:cs typeface="DejaVu Sans"/>
              </a:defRPr>
            </a:lvl9pPr>
          </a:lstStyle>
          <a:p xmlns:a="http://schemas.openxmlformats.org/drawingml/2006/main">
            <a:pPr>
              <a:defRPr sz="1200" b="0">
                <a:solidFill>
                  <a:srgbClr val="AAB4C8"/>
                </a:solidFill>
                <a:latin typeface="DejaVu Sans"/>
                <a:ea typeface="DejaVu Sans"/>
                <a:cs typeface="DejaVu Sans"/>
              </a:defRPr>
            </a:pPr>
            <a:r>
              <a:rPr sz="1200" b="0">
                <a:solidFill>
                  <a:srgbClr val="AAB4C8"/>
                </a:solidFill>
                <a:latin typeface="DejaVu Sans"/>
                <a:ea typeface="DejaVu Sans"/>
                <a:cs typeface="DejaVu Sans"/>
              </a:rPr>
              <a:t>1 / 7</a:t>
            </a:r>
          </a:p>
        </p:txBody>
      </p:sp>
    </p:spTree>
    <p:extLst>
      <p:ext uri="{BB962C8B-B14F-4D97-AF65-F5344CB8AC3E}">
        <p14:creationId xmlns:p14="http://schemas.microsoft.com/office/powerpoint/2010/main" val="1448326871"/>
      </p:ext>
    </p:extLst>
  </p:cSld>
  <p:transition spd="med" advTm="10000">
    <p:fade/>
  </p:transition>
</p:sld>
</file>

<file path=ppt/slides/slide2.xml><?xml version="1.0" encoding="utf-8"?>
<p:sld xmlns:p="http://schemas.openxmlformats.org/presentationml/2006/main">
  <p:cSld>
    <p:bg>
      <p:bgPr>
        <a:solidFill xmlns:a="http://schemas.openxmlformats.org/drawingml/2006/main">
          <a:srgbClr val="111C33"/>
        </a:solidFill>
      </p:bgPr>
    </p:bg>
    <p:spTree>
      <p:nvGrpSpPr>
        <p:cNvPr id="1" name=""/>
        <p:cNvGrpSpPr/>
        <p:nvPr/>
      </p:nvGrpSpPr>
      <p:grpSpPr>
        <a:xfrm xmlns:a="http://schemas.openxmlformats.org/drawingml/2006/main"/>
      </p:grpSpPr>
      <p:sp>
        <p:nvSpPr>
          <p:cNvPr id="10" name="title">
            <a:extLst xmlns:a="http://schemas.openxmlformats.org/drawingml/2006/main">
              <a:ext uri="{FF2B5EF4-FFF2-40B4-BE49-F238E27FC236}">
                <a16:creationId xmlns:a16="http://schemas.microsoft.com/office/drawing/2014/main" id="{6A9E2B36-FD88-4A8F-941F-B00A7661833A}"/>
              </a:ext>
            </a:extLst>
          </p:cNvPr>
          <p:cNvSpPr>
            <a:spLocks xmlns:a="http://schemas.openxmlformats.org/drawingml/2006/main" noGrp="1"/>
          </p:cNvSpPr>
          <p:nvPr/>
        </p:nvSpPr>
        <p:spPr>
          <a:xfrm xmlns:a="http://schemas.openxmlformats.org/drawingml/2006/main">
            <a:off x="609600" y="590550"/>
            <a:ext cx="106680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3300" b="1">
                <a:solidFill>
                  <a:srgbClr val="F7F2E8"/>
                </a:solidFill>
                <a:latin typeface="DejaVu Sans"/>
                <a:ea typeface="DejaVu Sans"/>
                <a:cs typeface="DejaVu Sans"/>
              </a:defRPr>
            </a:defPPr>
            <a:lvl1pPr>
              <a:defRPr sz="3300" b="1">
                <a:solidFill>
                  <a:srgbClr val="F7F2E8"/>
                </a:solidFill>
                <a:latin typeface="DejaVu Sans"/>
                <a:ea typeface="DejaVu Sans"/>
                <a:cs typeface="DejaVu Sans"/>
              </a:defRPr>
            </a:lvl1pPr>
            <a:lvl2pPr>
              <a:defRPr sz="3300" b="1">
                <a:solidFill>
                  <a:srgbClr val="F7F2E8"/>
                </a:solidFill>
                <a:latin typeface="DejaVu Sans"/>
                <a:ea typeface="DejaVu Sans"/>
                <a:cs typeface="DejaVu Sans"/>
              </a:defRPr>
            </a:lvl2pPr>
            <a:lvl3pPr>
              <a:defRPr sz="3300" b="1">
                <a:solidFill>
                  <a:srgbClr val="F7F2E8"/>
                </a:solidFill>
                <a:latin typeface="DejaVu Sans"/>
                <a:ea typeface="DejaVu Sans"/>
                <a:cs typeface="DejaVu Sans"/>
              </a:defRPr>
            </a:lvl3pPr>
            <a:lvl4pPr>
              <a:defRPr sz="3300" b="1">
                <a:solidFill>
                  <a:srgbClr val="F7F2E8"/>
                </a:solidFill>
                <a:latin typeface="DejaVu Sans"/>
                <a:ea typeface="DejaVu Sans"/>
                <a:cs typeface="DejaVu Sans"/>
              </a:defRPr>
            </a:lvl4pPr>
            <a:lvl5pPr>
              <a:defRPr sz="3300" b="1">
                <a:solidFill>
                  <a:srgbClr val="F7F2E8"/>
                </a:solidFill>
                <a:latin typeface="DejaVu Sans"/>
                <a:ea typeface="DejaVu Sans"/>
                <a:cs typeface="DejaVu Sans"/>
              </a:defRPr>
            </a:lvl5pPr>
            <a:lvl6pPr>
              <a:defRPr sz="3300" b="1">
                <a:solidFill>
                  <a:srgbClr val="F7F2E8"/>
                </a:solidFill>
                <a:latin typeface="DejaVu Sans"/>
                <a:ea typeface="DejaVu Sans"/>
                <a:cs typeface="DejaVu Sans"/>
              </a:defRPr>
            </a:lvl6pPr>
            <a:lvl7pPr>
              <a:defRPr sz="3300" b="1">
                <a:solidFill>
                  <a:srgbClr val="F7F2E8"/>
                </a:solidFill>
                <a:latin typeface="DejaVu Sans"/>
                <a:ea typeface="DejaVu Sans"/>
                <a:cs typeface="DejaVu Sans"/>
              </a:defRPr>
            </a:lvl7pPr>
            <a:lvl8pPr>
              <a:defRPr sz="3300" b="1">
                <a:solidFill>
                  <a:srgbClr val="F7F2E8"/>
                </a:solidFill>
                <a:latin typeface="DejaVu Sans"/>
                <a:ea typeface="DejaVu Sans"/>
                <a:cs typeface="DejaVu Sans"/>
              </a:defRPr>
            </a:lvl8pPr>
            <a:lvl9pPr>
              <a:defRPr sz="3300" b="1">
                <a:solidFill>
                  <a:srgbClr val="F7F2E8"/>
                </a:solidFill>
                <a:latin typeface="DejaVu Sans"/>
                <a:ea typeface="DejaVu Sans"/>
                <a:cs typeface="DejaVu Sans"/>
              </a:defRPr>
            </a:lvl9pPr>
          </a:lstStyle>
          <a:p xmlns:a="http://schemas.openxmlformats.org/drawingml/2006/main">
            <a:pPr>
              <a:defRPr sz="3300" b="1">
                <a:solidFill>
                  <a:srgbClr val="F7F2E8"/>
                </a:solidFill>
                <a:latin typeface="DejaVu Sans"/>
                <a:ea typeface="DejaVu Sans"/>
                <a:cs typeface="DejaVu Sans"/>
              </a:defRPr>
            </a:pPr>
            <a:r>
              <a:rPr sz="3300" b="1">
                <a:solidFill>
                  <a:srgbClr val="F7F2E8"/>
                </a:solidFill>
                <a:latin typeface="DejaVu Sans"/>
                <a:ea typeface="DejaVu Sans"/>
                <a:cs typeface="DejaVu Sans"/>
              </a:rPr>
              <a:t>The user problem</a:t>
            </a:r>
          </a:p>
        </p:txBody>
      </p:sp>
      <p:sp>
        <p:nvSpPr>
          <p:cNvPr id="2" name="subtitle">
            <a:extLst xmlns:a="http://schemas.openxmlformats.org/drawingml/2006/main">
              <a:ext uri="{FF2B5EF4-FFF2-40B4-BE49-F238E27FC236}">
                <a16:creationId xmlns:a16="http://schemas.microsoft.com/office/drawing/2014/main" id="{6737F9A1-39CB-47E9-87F3-F118AE1FEE2A}"/>
              </a:ext>
            </a:extLst>
          </p:cNvPr>
          <p:cNvSpPr>
            <a:spLocks xmlns:a="http://schemas.openxmlformats.org/drawingml/2006/main" noGrp="1"/>
          </p:cNvSpPr>
          <p:nvPr/>
        </p:nvSpPr>
        <p:spPr>
          <a:xfrm xmlns:a="http://schemas.openxmlformats.org/drawingml/2006/main">
            <a:off x="647700" y="1619250"/>
            <a:ext cx="10477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550" b="0">
                <a:solidFill>
                  <a:srgbClr val="E4C99E"/>
                </a:solidFill>
                <a:latin typeface="DejaVu Sans"/>
                <a:ea typeface="DejaVu Sans"/>
                <a:cs typeface="DejaVu Sans"/>
              </a:defRPr>
            </a:defPPr>
            <a:lvl1pPr>
              <a:defRPr sz="2550" b="0">
                <a:solidFill>
                  <a:srgbClr val="E4C99E"/>
                </a:solidFill>
                <a:latin typeface="DejaVu Sans"/>
                <a:ea typeface="DejaVu Sans"/>
                <a:cs typeface="DejaVu Sans"/>
              </a:defRPr>
            </a:lvl1pPr>
            <a:lvl2pPr>
              <a:defRPr sz="2550" b="0">
                <a:solidFill>
                  <a:srgbClr val="E4C99E"/>
                </a:solidFill>
                <a:latin typeface="DejaVu Sans"/>
                <a:ea typeface="DejaVu Sans"/>
                <a:cs typeface="DejaVu Sans"/>
              </a:defRPr>
            </a:lvl2pPr>
            <a:lvl3pPr>
              <a:defRPr sz="2550" b="0">
                <a:solidFill>
                  <a:srgbClr val="E4C99E"/>
                </a:solidFill>
                <a:latin typeface="DejaVu Sans"/>
                <a:ea typeface="DejaVu Sans"/>
                <a:cs typeface="DejaVu Sans"/>
              </a:defRPr>
            </a:lvl3pPr>
            <a:lvl4pPr>
              <a:defRPr sz="2550" b="0">
                <a:solidFill>
                  <a:srgbClr val="E4C99E"/>
                </a:solidFill>
                <a:latin typeface="DejaVu Sans"/>
                <a:ea typeface="DejaVu Sans"/>
                <a:cs typeface="DejaVu Sans"/>
              </a:defRPr>
            </a:lvl4pPr>
            <a:lvl5pPr>
              <a:defRPr sz="2550" b="0">
                <a:solidFill>
                  <a:srgbClr val="E4C99E"/>
                </a:solidFill>
                <a:latin typeface="DejaVu Sans"/>
                <a:ea typeface="DejaVu Sans"/>
                <a:cs typeface="DejaVu Sans"/>
              </a:defRPr>
            </a:lvl5pPr>
            <a:lvl6pPr>
              <a:defRPr sz="2550" b="0">
                <a:solidFill>
                  <a:srgbClr val="E4C99E"/>
                </a:solidFill>
                <a:latin typeface="DejaVu Sans"/>
                <a:ea typeface="DejaVu Sans"/>
                <a:cs typeface="DejaVu Sans"/>
              </a:defRPr>
            </a:lvl6pPr>
            <a:lvl7pPr>
              <a:defRPr sz="2550" b="0">
                <a:solidFill>
                  <a:srgbClr val="E4C99E"/>
                </a:solidFill>
                <a:latin typeface="DejaVu Sans"/>
                <a:ea typeface="DejaVu Sans"/>
                <a:cs typeface="DejaVu Sans"/>
              </a:defRPr>
            </a:lvl7pPr>
            <a:lvl8pPr>
              <a:defRPr sz="2550" b="0">
                <a:solidFill>
                  <a:srgbClr val="E4C99E"/>
                </a:solidFill>
                <a:latin typeface="DejaVu Sans"/>
                <a:ea typeface="DejaVu Sans"/>
                <a:cs typeface="DejaVu Sans"/>
              </a:defRPr>
            </a:lvl8pPr>
            <a:lvl9pPr>
              <a:defRPr sz="2550" b="0">
                <a:solidFill>
                  <a:srgbClr val="E4C99E"/>
                </a:solidFill>
                <a:latin typeface="DejaVu Sans"/>
                <a:ea typeface="DejaVu Sans"/>
                <a:cs typeface="DejaVu Sans"/>
              </a:defRPr>
            </a:lvl9pPr>
          </a:lstStyle>
          <a:p xmlns:a="http://schemas.openxmlformats.org/drawingml/2006/main">
            <a:pPr>
              <a:defRPr sz="2550" b="0">
                <a:solidFill>
                  <a:srgbClr val="E4C99E"/>
                </a:solidFill>
                <a:latin typeface="DejaVu Sans"/>
                <a:ea typeface="DejaVu Sans"/>
                <a:cs typeface="DejaVu Sans"/>
              </a:defRPr>
            </a:pPr>
            <a:r>
              <a:rPr sz="2550" b="0">
                <a:solidFill>
                  <a:srgbClr val="E4C99E"/>
                </a:solidFill>
                <a:latin typeface="DejaVu Sans"/>
                <a:ea typeface="DejaVu Sans"/>
                <a:cs typeface="DejaVu Sans"/>
              </a:rPr>
              <a:t>A personal reading needs context</a:t>
            </a:r>
          </a:p>
        </p:txBody>
      </p:sp>
      <p:sp>
        <p:nvSpPr>
          <p:cNvPr id="3" name="num-0">
            <a:extLst xmlns:a="http://schemas.openxmlformats.org/drawingml/2006/main">
              <a:ext uri="{FF2B5EF4-FFF2-40B4-BE49-F238E27FC236}">
                <a16:creationId xmlns:a16="http://schemas.microsoft.com/office/drawing/2014/main" id="{6B51E2A6-5B40-4BAE-8FE5-71D77CD7DF4C}"/>
              </a:ext>
            </a:extLst>
          </p:cNvPr>
          <p:cNvSpPr>
            <a:spLocks xmlns:a="http://schemas.openxmlformats.org/drawingml/2006/main" noGrp="1"/>
          </p:cNvSpPr>
          <p:nvPr/>
        </p:nvSpPr>
        <p:spPr>
          <a:xfrm xmlns:a="http://schemas.openxmlformats.org/drawingml/2006/main">
            <a:off x="647700" y="2905125"/>
            <a:ext cx="666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100" b="0">
                <a:solidFill>
                  <a:srgbClr val="E4C99E"/>
                </a:solidFill>
                <a:latin typeface="DejaVu Sans"/>
                <a:ea typeface="DejaVu Sans"/>
                <a:cs typeface="DejaVu Sans"/>
              </a:defRPr>
            </a:defPPr>
            <a:lvl1pPr>
              <a:defRPr sz="2100" b="0">
                <a:solidFill>
                  <a:srgbClr val="E4C99E"/>
                </a:solidFill>
                <a:latin typeface="DejaVu Sans"/>
                <a:ea typeface="DejaVu Sans"/>
                <a:cs typeface="DejaVu Sans"/>
              </a:defRPr>
            </a:lvl1pPr>
            <a:lvl2pPr>
              <a:defRPr sz="2100" b="0">
                <a:solidFill>
                  <a:srgbClr val="E4C99E"/>
                </a:solidFill>
                <a:latin typeface="DejaVu Sans"/>
                <a:ea typeface="DejaVu Sans"/>
                <a:cs typeface="DejaVu Sans"/>
              </a:defRPr>
            </a:lvl2pPr>
            <a:lvl3pPr>
              <a:defRPr sz="2100" b="0">
                <a:solidFill>
                  <a:srgbClr val="E4C99E"/>
                </a:solidFill>
                <a:latin typeface="DejaVu Sans"/>
                <a:ea typeface="DejaVu Sans"/>
                <a:cs typeface="DejaVu Sans"/>
              </a:defRPr>
            </a:lvl3pPr>
            <a:lvl4pPr>
              <a:defRPr sz="2100" b="0">
                <a:solidFill>
                  <a:srgbClr val="E4C99E"/>
                </a:solidFill>
                <a:latin typeface="DejaVu Sans"/>
                <a:ea typeface="DejaVu Sans"/>
                <a:cs typeface="DejaVu Sans"/>
              </a:defRPr>
            </a:lvl4pPr>
            <a:lvl5pPr>
              <a:defRPr sz="2100" b="0">
                <a:solidFill>
                  <a:srgbClr val="E4C99E"/>
                </a:solidFill>
                <a:latin typeface="DejaVu Sans"/>
                <a:ea typeface="DejaVu Sans"/>
                <a:cs typeface="DejaVu Sans"/>
              </a:defRPr>
            </a:lvl5pPr>
            <a:lvl6pPr>
              <a:defRPr sz="2100" b="0">
                <a:solidFill>
                  <a:srgbClr val="E4C99E"/>
                </a:solidFill>
                <a:latin typeface="DejaVu Sans"/>
                <a:ea typeface="DejaVu Sans"/>
                <a:cs typeface="DejaVu Sans"/>
              </a:defRPr>
            </a:lvl6pPr>
            <a:lvl7pPr>
              <a:defRPr sz="2100" b="0">
                <a:solidFill>
                  <a:srgbClr val="E4C99E"/>
                </a:solidFill>
                <a:latin typeface="DejaVu Sans"/>
                <a:ea typeface="DejaVu Sans"/>
                <a:cs typeface="DejaVu Sans"/>
              </a:defRPr>
            </a:lvl7pPr>
            <a:lvl8pPr>
              <a:defRPr sz="2100" b="0">
                <a:solidFill>
                  <a:srgbClr val="E4C99E"/>
                </a:solidFill>
                <a:latin typeface="DejaVu Sans"/>
                <a:ea typeface="DejaVu Sans"/>
                <a:cs typeface="DejaVu Sans"/>
              </a:defRPr>
            </a:lvl8pPr>
            <a:lvl9pPr>
              <a:defRPr sz="2100" b="0">
                <a:solidFill>
                  <a:srgbClr val="E4C99E"/>
                </a:solidFill>
                <a:latin typeface="DejaVu Sans"/>
                <a:ea typeface="DejaVu Sans"/>
                <a:cs typeface="DejaVu Sans"/>
              </a:defRPr>
            </a:lvl9pPr>
          </a:lstStyle>
          <a:p xmlns:a="http://schemas.openxmlformats.org/drawingml/2006/main">
            <a:pPr>
              <a:defRPr sz="2100" b="0">
                <a:solidFill>
                  <a:srgbClr val="E4C99E"/>
                </a:solidFill>
                <a:latin typeface="DejaVu Sans"/>
                <a:ea typeface="DejaVu Sans"/>
                <a:cs typeface="DejaVu Sans"/>
              </a:defRPr>
            </a:pPr>
            <a:r>
              <a:rPr sz="2100" b="0">
                <a:solidFill>
                  <a:srgbClr val="E4C99E"/>
                </a:solidFill>
                <a:latin typeface="DejaVu Sans"/>
                <a:ea typeface="DejaVu Sans"/>
                <a:cs typeface="DejaVu Sans"/>
              </a:rPr>
              <a:t>01</a:t>
            </a:r>
          </a:p>
        </p:txBody>
      </p:sp>
      <p:sp>
        <p:nvSpPr>
          <p:cNvPr id="4" name="body-0">
            <a:extLst xmlns:a="http://schemas.openxmlformats.org/drawingml/2006/main">
              <a:ext uri="{FF2B5EF4-FFF2-40B4-BE49-F238E27FC236}">
                <a16:creationId xmlns:a16="http://schemas.microsoft.com/office/drawing/2014/main" id="{70AAA54E-A2E2-40EB-85E7-C77BB0F92753}"/>
              </a:ext>
            </a:extLst>
          </p:cNvPr>
          <p:cNvSpPr>
            <a:spLocks xmlns:a="http://schemas.openxmlformats.org/drawingml/2006/main" noGrp="1"/>
          </p:cNvSpPr>
          <p:nvPr/>
        </p:nvSpPr>
        <p:spPr>
          <a:xfrm xmlns:a="http://schemas.openxmlformats.org/drawingml/2006/main">
            <a:off x="1571625" y="2905125"/>
            <a:ext cx="9334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250" b="0">
                <a:solidFill>
                  <a:srgbClr val="F5EEE1"/>
                </a:solidFill>
                <a:latin typeface="DejaVu Sans"/>
                <a:ea typeface="DejaVu Sans"/>
                <a:cs typeface="DejaVu Sans"/>
              </a:defRPr>
            </a:defPPr>
            <a:lvl1pPr>
              <a:defRPr sz="2250" b="0">
                <a:solidFill>
                  <a:srgbClr val="F5EEE1"/>
                </a:solidFill>
                <a:latin typeface="DejaVu Sans"/>
                <a:ea typeface="DejaVu Sans"/>
                <a:cs typeface="DejaVu Sans"/>
              </a:defRPr>
            </a:lvl1pPr>
            <a:lvl2pPr>
              <a:defRPr sz="2250" b="0">
                <a:solidFill>
                  <a:srgbClr val="F5EEE1"/>
                </a:solidFill>
                <a:latin typeface="DejaVu Sans"/>
                <a:ea typeface="DejaVu Sans"/>
                <a:cs typeface="DejaVu Sans"/>
              </a:defRPr>
            </a:lvl2pPr>
            <a:lvl3pPr>
              <a:defRPr sz="2250" b="0">
                <a:solidFill>
                  <a:srgbClr val="F5EEE1"/>
                </a:solidFill>
                <a:latin typeface="DejaVu Sans"/>
                <a:ea typeface="DejaVu Sans"/>
                <a:cs typeface="DejaVu Sans"/>
              </a:defRPr>
            </a:lvl3pPr>
            <a:lvl4pPr>
              <a:defRPr sz="2250" b="0">
                <a:solidFill>
                  <a:srgbClr val="F5EEE1"/>
                </a:solidFill>
                <a:latin typeface="DejaVu Sans"/>
                <a:ea typeface="DejaVu Sans"/>
                <a:cs typeface="DejaVu Sans"/>
              </a:defRPr>
            </a:lvl4pPr>
            <a:lvl5pPr>
              <a:defRPr sz="2250" b="0">
                <a:solidFill>
                  <a:srgbClr val="F5EEE1"/>
                </a:solidFill>
                <a:latin typeface="DejaVu Sans"/>
                <a:ea typeface="DejaVu Sans"/>
                <a:cs typeface="DejaVu Sans"/>
              </a:defRPr>
            </a:lvl5pPr>
            <a:lvl6pPr>
              <a:defRPr sz="2250" b="0">
                <a:solidFill>
                  <a:srgbClr val="F5EEE1"/>
                </a:solidFill>
                <a:latin typeface="DejaVu Sans"/>
                <a:ea typeface="DejaVu Sans"/>
                <a:cs typeface="DejaVu Sans"/>
              </a:defRPr>
            </a:lvl6pPr>
            <a:lvl7pPr>
              <a:defRPr sz="2250" b="0">
                <a:solidFill>
                  <a:srgbClr val="F5EEE1"/>
                </a:solidFill>
                <a:latin typeface="DejaVu Sans"/>
                <a:ea typeface="DejaVu Sans"/>
                <a:cs typeface="DejaVu Sans"/>
              </a:defRPr>
            </a:lvl7pPr>
            <a:lvl8pPr>
              <a:defRPr sz="2250" b="0">
                <a:solidFill>
                  <a:srgbClr val="F5EEE1"/>
                </a:solidFill>
                <a:latin typeface="DejaVu Sans"/>
                <a:ea typeface="DejaVu Sans"/>
                <a:cs typeface="DejaVu Sans"/>
              </a:defRPr>
            </a:lvl8pPr>
            <a:lvl9pPr>
              <a:defRPr sz="2250" b="0">
                <a:solidFill>
                  <a:srgbClr val="F5EEE1"/>
                </a:solidFill>
                <a:latin typeface="DejaVu Sans"/>
                <a:ea typeface="DejaVu Sans"/>
                <a:cs typeface="DejaVu Sans"/>
              </a:defRPr>
            </a:lvl9pPr>
          </a:lstStyle>
          <a:p xmlns:a="http://schemas.openxmlformats.org/drawingml/2006/main">
            <a:pPr>
              <a:defRPr sz="2250" b="0">
                <a:solidFill>
                  <a:srgbClr val="F5EEE1"/>
                </a:solidFill>
                <a:latin typeface="DejaVu Sans"/>
                <a:ea typeface="DejaVu Sans"/>
                <a:cs typeface="DejaVu Sans"/>
              </a:defRPr>
            </a:pPr>
            <a:r>
              <a:rPr sz="2250" b="0">
                <a:solidFill>
                  <a:srgbClr val="F5EEE1"/>
                </a:solidFill>
                <a:latin typeface="DejaVu Sans"/>
                <a:ea typeface="DejaVu Sans"/>
                <a:cs typeface="DejaVu Sans"/>
              </a:rPr>
              <a:t>Birth-chart symbols can be difficult to interpret</a:t>
            </a:r>
          </a:p>
        </p:txBody>
      </p:sp>
      <p:sp>
        <p:nvSpPr>
          <p:cNvPr id="5" name="num-1">
            <a:extLst xmlns:a="http://schemas.openxmlformats.org/drawingml/2006/main">
              <a:ext uri="{FF2B5EF4-FFF2-40B4-BE49-F238E27FC236}">
                <a16:creationId xmlns:a16="http://schemas.microsoft.com/office/drawing/2014/main" id="{50C96362-C647-4968-8C67-2320D1D63E39}"/>
              </a:ext>
            </a:extLst>
          </p:cNvPr>
          <p:cNvSpPr>
            <a:spLocks xmlns:a="http://schemas.openxmlformats.org/drawingml/2006/main" noGrp="1"/>
          </p:cNvSpPr>
          <p:nvPr/>
        </p:nvSpPr>
        <p:spPr>
          <a:xfrm xmlns:a="http://schemas.openxmlformats.org/drawingml/2006/main">
            <a:off x="647700" y="3819525"/>
            <a:ext cx="666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100" b="0">
                <a:solidFill>
                  <a:srgbClr val="E4C99E"/>
                </a:solidFill>
                <a:latin typeface="DejaVu Sans"/>
                <a:ea typeface="DejaVu Sans"/>
                <a:cs typeface="DejaVu Sans"/>
              </a:defRPr>
            </a:defPPr>
            <a:lvl1pPr>
              <a:defRPr sz="2100" b="0">
                <a:solidFill>
                  <a:srgbClr val="E4C99E"/>
                </a:solidFill>
                <a:latin typeface="DejaVu Sans"/>
                <a:ea typeface="DejaVu Sans"/>
                <a:cs typeface="DejaVu Sans"/>
              </a:defRPr>
            </a:lvl1pPr>
            <a:lvl2pPr>
              <a:defRPr sz="2100" b="0">
                <a:solidFill>
                  <a:srgbClr val="E4C99E"/>
                </a:solidFill>
                <a:latin typeface="DejaVu Sans"/>
                <a:ea typeface="DejaVu Sans"/>
                <a:cs typeface="DejaVu Sans"/>
              </a:defRPr>
            </a:lvl2pPr>
            <a:lvl3pPr>
              <a:defRPr sz="2100" b="0">
                <a:solidFill>
                  <a:srgbClr val="E4C99E"/>
                </a:solidFill>
                <a:latin typeface="DejaVu Sans"/>
                <a:ea typeface="DejaVu Sans"/>
                <a:cs typeface="DejaVu Sans"/>
              </a:defRPr>
            </a:lvl3pPr>
            <a:lvl4pPr>
              <a:defRPr sz="2100" b="0">
                <a:solidFill>
                  <a:srgbClr val="E4C99E"/>
                </a:solidFill>
                <a:latin typeface="DejaVu Sans"/>
                <a:ea typeface="DejaVu Sans"/>
                <a:cs typeface="DejaVu Sans"/>
              </a:defRPr>
            </a:lvl4pPr>
            <a:lvl5pPr>
              <a:defRPr sz="2100" b="0">
                <a:solidFill>
                  <a:srgbClr val="E4C99E"/>
                </a:solidFill>
                <a:latin typeface="DejaVu Sans"/>
                <a:ea typeface="DejaVu Sans"/>
                <a:cs typeface="DejaVu Sans"/>
              </a:defRPr>
            </a:lvl5pPr>
            <a:lvl6pPr>
              <a:defRPr sz="2100" b="0">
                <a:solidFill>
                  <a:srgbClr val="E4C99E"/>
                </a:solidFill>
                <a:latin typeface="DejaVu Sans"/>
                <a:ea typeface="DejaVu Sans"/>
                <a:cs typeface="DejaVu Sans"/>
              </a:defRPr>
            </a:lvl6pPr>
            <a:lvl7pPr>
              <a:defRPr sz="2100" b="0">
                <a:solidFill>
                  <a:srgbClr val="E4C99E"/>
                </a:solidFill>
                <a:latin typeface="DejaVu Sans"/>
                <a:ea typeface="DejaVu Sans"/>
                <a:cs typeface="DejaVu Sans"/>
              </a:defRPr>
            </a:lvl7pPr>
            <a:lvl8pPr>
              <a:defRPr sz="2100" b="0">
                <a:solidFill>
                  <a:srgbClr val="E4C99E"/>
                </a:solidFill>
                <a:latin typeface="DejaVu Sans"/>
                <a:ea typeface="DejaVu Sans"/>
                <a:cs typeface="DejaVu Sans"/>
              </a:defRPr>
            </a:lvl8pPr>
            <a:lvl9pPr>
              <a:defRPr sz="2100" b="0">
                <a:solidFill>
                  <a:srgbClr val="E4C99E"/>
                </a:solidFill>
                <a:latin typeface="DejaVu Sans"/>
                <a:ea typeface="DejaVu Sans"/>
                <a:cs typeface="DejaVu Sans"/>
              </a:defRPr>
            </a:lvl9pPr>
          </a:lstStyle>
          <a:p xmlns:a="http://schemas.openxmlformats.org/drawingml/2006/main">
            <a:pPr>
              <a:defRPr sz="2100" b="0">
                <a:solidFill>
                  <a:srgbClr val="E4C99E"/>
                </a:solidFill>
                <a:latin typeface="DejaVu Sans"/>
                <a:ea typeface="DejaVu Sans"/>
                <a:cs typeface="DejaVu Sans"/>
              </a:defRPr>
            </a:pPr>
            <a:r>
              <a:rPr sz="2100" b="0">
                <a:solidFill>
                  <a:srgbClr val="E4C99E"/>
                </a:solidFill>
                <a:latin typeface="DejaVu Sans"/>
                <a:ea typeface="DejaVu Sans"/>
                <a:cs typeface="DejaVu Sans"/>
              </a:rPr>
              <a:t>02</a:t>
            </a:r>
          </a:p>
        </p:txBody>
      </p:sp>
      <p:sp>
        <p:nvSpPr>
          <p:cNvPr id="6" name="body-1">
            <a:extLst xmlns:a="http://schemas.openxmlformats.org/drawingml/2006/main">
              <a:ext uri="{FF2B5EF4-FFF2-40B4-BE49-F238E27FC236}">
                <a16:creationId xmlns:a16="http://schemas.microsoft.com/office/drawing/2014/main" id="{C458E03C-FB27-443B-B348-FDEA186FA1C4}"/>
              </a:ext>
            </a:extLst>
          </p:cNvPr>
          <p:cNvSpPr>
            <a:spLocks xmlns:a="http://schemas.openxmlformats.org/drawingml/2006/main" noGrp="1"/>
          </p:cNvSpPr>
          <p:nvPr/>
        </p:nvSpPr>
        <p:spPr>
          <a:xfrm xmlns:a="http://schemas.openxmlformats.org/drawingml/2006/main">
            <a:off x="1571625" y="3819525"/>
            <a:ext cx="9334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250" b="0">
                <a:solidFill>
                  <a:srgbClr val="F5EEE1"/>
                </a:solidFill>
                <a:latin typeface="DejaVu Sans"/>
                <a:ea typeface="DejaVu Sans"/>
                <a:cs typeface="DejaVu Sans"/>
              </a:defRPr>
            </a:defPPr>
            <a:lvl1pPr>
              <a:defRPr sz="2250" b="0">
                <a:solidFill>
                  <a:srgbClr val="F5EEE1"/>
                </a:solidFill>
                <a:latin typeface="DejaVu Sans"/>
                <a:ea typeface="DejaVu Sans"/>
                <a:cs typeface="DejaVu Sans"/>
              </a:defRPr>
            </a:lvl1pPr>
            <a:lvl2pPr>
              <a:defRPr sz="2250" b="0">
                <a:solidFill>
                  <a:srgbClr val="F5EEE1"/>
                </a:solidFill>
                <a:latin typeface="DejaVu Sans"/>
                <a:ea typeface="DejaVu Sans"/>
                <a:cs typeface="DejaVu Sans"/>
              </a:defRPr>
            </a:lvl2pPr>
            <a:lvl3pPr>
              <a:defRPr sz="2250" b="0">
                <a:solidFill>
                  <a:srgbClr val="F5EEE1"/>
                </a:solidFill>
                <a:latin typeface="DejaVu Sans"/>
                <a:ea typeface="DejaVu Sans"/>
                <a:cs typeface="DejaVu Sans"/>
              </a:defRPr>
            </a:lvl3pPr>
            <a:lvl4pPr>
              <a:defRPr sz="2250" b="0">
                <a:solidFill>
                  <a:srgbClr val="F5EEE1"/>
                </a:solidFill>
                <a:latin typeface="DejaVu Sans"/>
                <a:ea typeface="DejaVu Sans"/>
                <a:cs typeface="DejaVu Sans"/>
              </a:defRPr>
            </a:lvl4pPr>
            <a:lvl5pPr>
              <a:defRPr sz="2250" b="0">
                <a:solidFill>
                  <a:srgbClr val="F5EEE1"/>
                </a:solidFill>
                <a:latin typeface="DejaVu Sans"/>
                <a:ea typeface="DejaVu Sans"/>
                <a:cs typeface="DejaVu Sans"/>
              </a:defRPr>
            </a:lvl5pPr>
            <a:lvl6pPr>
              <a:defRPr sz="2250" b="0">
                <a:solidFill>
                  <a:srgbClr val="F5EEE1"/>
                </a:solidFill>
                <a:latin typeface="DejaVu Sans"/>
                <a:ea typeface="DejaVu Sans"/>
                <a:cs typeface="DejaVu Sans"/>
              </a:defRPr>
            </a:lvl6pPr>
            <a:lvl7pPr>
              <a:defRPr sz="2250" b="0">
                <a:solidFill>
                  <a:srgbClr val="F5EEE1"/>
                </a:solidFill>
                <a:latin typeface="DejaVu Sans"/>
                <a:ea typeface="DejaVu Sans"/>
                <a:cs typeface="DejaVu Sans"/>
              </a:defRPr>
            </a:lvl7pPr>
            <a:lvl8pPr>
              <a:defRPr sz="2250" b="0">
                <a:solidFill>
                  <a:srgbClr val="F5EEE1"/>
                </a:solidFill>
                <a:latin typeface="DejaVu Sans"/>
                <a:ea typeface="DejaVu Sans"/>
                <a:cs typeface="DejaVu Sans"/>
              </a:defRPr>
            </a:lvl8pPr>
            <a:lvl9pPr>
              <a:defRPr sz="2250" b="0">
                <a:solidFill>
                  <a:srgbClr val="F5EEE1"/>
                </a:solidFill>
                <a:latin typeface="DejaVu Sans"/>
                <a:ea typeface="DejaVu Sans"/>
                <a:cs typeface="DejaVu Sans"/>
              </a:defRPr>
            </a:lvl9pPr>
          </a:lstStyle>
          <a:p xmlns:a="http://schemas.openxmlformats.org/drawingml/2006/main">
            <a:pPr>
              <a:defRPr sz="2250" b="0">
                <a:solidFill>
                  <a:srgbClr val="F5EEE1"/>
                </a:solidFill>
                <a:latin typeface="DejaVu Sans"/>
                <a:ea typeface="DejaVu Sans"/>
                <a:cs typeface="DejaVu Sans"/>
              </a:defRPr>
            </a:pPr>
            <a:r>
              <a:rPr sz="2250" b="0">
                <a:solidFill>
                  <a:srgbClr val="F5EEE1"/>
                </a:solidFill>
                <a:latin typeface="DejaVu Sans"/>
                <a:ea typeface="DejaVu Sans"/>
                <a:cs typeface="DejaVu Sans"/>
              </a:rPr>
              <a:t>A long report needs a clear reading path</a:t>
            </a:r>
          </a:p>
        </p:txBody>
      </p:sp>
      <p:sp>
        <p:nvSpPr>
          <p:cNvPr id="7" name="num-2">
            <a:extLst xmlns:a="http://schemas.openxmlformats.org/drawingml/2006/main">
              <a:ext uri="{FF2B5EF4-FFF2-40B4-BE49-F238E27FC236}">
                <a16:creationId xmlns:a16="http://schemas.microsoft.com/office/drawing/2014/main" id="{324066B1-9EE2-43CE-A253-46D965529DD5}"/>
              </a:ext>
            </a:extLst>
          </p:cNvPr>
          <p:cNvSpPr>
            <a:spLocks xmlns:a="http://schemas.openxmlformats.org/drawingml/2006/main" noGrp="1"/>
          </p:cNvSpPr>
          <p:nvPr/>
        </p:nvSpPr>
        <p:spPr>
          <a:xfrm xmlns:a="http://schemas.openxmlformats.org/drawingml/2006/main">
            <a:off x="647700" y="4733925"/>
            <a:ext cx="666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100" b="0">
                <a:solidFill>
                  <a:srgbClr val="E4C99E"/>
                </a:solidFill>
                <a:latin typeface="DejaVu Sans"/>
                <a:ea typeface="DejaVu Sans"/>
                <a:cs typeface="DejaVu Sans"/>
              </a:defRPr>
            </a:defPPr>
            <a:lvl1pPr>
              <a:defRPr sz="2100" b="0">
                <a:solidFill>
                  <a:srgbClr val="E4C99E"/>
                </a:solidFill>
                <a:latin typeface="DejaVu Sans"/>
                <a:ea typeface="DejaVu Sans"/>
                <a:cs typeface="DejaVu Sans"/>
              </a:defRPr>
            </a:lvl1pPr>
            <a:lvl2pPr>
              <a:defRPr sz="2100" b="0">
                <a:solidFill>
                  <a:srgbClr val="E4C99E"/>
                </a:solidFill>
                <a:latin typeface="DejaVu Sans"/>
                <a:ea typeface="DejaVu Sans"/>
                <a:cs typeface="DejaVu Sans"/>
              </a:defRPr>
            </a:lvl2pPr>
            <a:lvl3pPr>
              <a:defRPr sz="2100" b="0">
                <a:solidFill>
                  <a:srgbClr val="E4C99E"/>
                </a:solidFill>
                <a:latin typeface="DejaVu Sans"/>
                <a:ea typeface="DejaVu Sans"/>
                <a:cs typeface="DejaVu Sans"/>
              </a:defRPr>
            </a:lvl3pPr>
            <a:lvl4pPr>
              <a:defRPr sz="2100" b="0">
                <a:solidFill>
                  <a:srgbClr val="E4C99E"/>
                </a:solidFill>
                <a:latin typeface="DejaVu Sans"/>
                <a:ea typeface="DejaVu Sans"/>
                <a:cs typeface="DejaVu Sans"/>
              </a:defRPr>
            </a:lvl4pPr>
            <a:lvl5pPr>
              <a:defRPr sz="2100" b="0">
                <a:solidFill>
                  <a:srgbClr val="E4C99E"/>
                </a:solidFill>
                <a:latin typeface="DejaVu Sans"/>
                <a:ea typeface="DejaVu Sans"/>
                <a:cs typeface="DejaVu Sans"/>
              </a:defRPr>
            </a:lvl5pPr>
            <a:lvl6pPr>
              <a:defRPr sz="2100" b="0">
                <a:solidFill>
                  <a:srgbClr val="E4C99E"/>
                </a:solidFill>
                <a:latin typeface="DejaVu Sans"/>
                <a:ea typeface="DejaVu Sans"/>
                <a:cs typeface="DejaVu Sans"/>
              </a:defRPr>
            </a:lvl6pPr>
            <a:lvl7pPr>
              <a:defRPr sz="2100" b="0">
                <a:solidFill>
                  <a:srgbClr val="E4C99E"/>
                </a:solidFill>
                <a:latin typeface="DejaVu Sans"/>
                <a:ea typeface="DejaVu Sans"/>
                <a:cs typeface="DejaVu Sans"/>
              </a:defRPr>
            </a:lvl7pPr>
            <a:lvl8pPr>
              <a:defRPr sz="2100" b="0">
                <a:solidFill>
                  <a:srgbClr val="E4C99E"/>
                </a:solidFill>
                <a:latin typeface="DejaVu Sans"/>
                <a:ea typeface="DejaVu Sans"/>
                <a:cs typeface="DejaVu Sans"/>
              </a:defRPr>
            </a:lvl8pPr>
            <a:lvl9pPr>
              <a:defRPr sz="2100" b="0">
                <a:solidFill>
                  <a:srgbClr val="E4C99E"/>
                </a:solidFill>
                <a:latin typeface="DejaVu Sans"/>
                <a:ea typeface="DejaVu Sans"/>
                <a:cs typeface="DejaVu Sans"/>
              </a:defRPr>
            </a:lvl9pPr>
          </a:lstStyle>
          <a:p xmlns:a="http://schemas.openxmlformats.org/drawingml/2006/main">
            <a:pPr>
              <a:defRPr sz="2100" b="0">
                <a:solidFill>
                  <a:srgbClr val="E4C99E"/>
                </a:solidFill>
                <a:latin typeface="DejaVu Sans"/>
                <a:ea typeface="DejaVu Sans"/>
                <a:cs typeface="DejaVu Sans"/>
              </a:defRPr>
            </a:pPr>
            <a:r>
              <a:rPr sz="2100" b="0">
                <a:solidFill>
                  <a:srgbClr val="E4C99E"/>
                </a:solidFill>
                <a:latin typeface="DejaVu Sans"/>
                <a:ea typeface="DejaVu Sans"/>
                <a:cs typeface="DejaVu Sans"/>
              </a:rPr>
              <a:t>03</a:t>
            </a:r>
          </a:p>
        </p:txBody>
      </p:sp>
      <p:sp>
        <p:nvSpPr>
          <p:cNvPr id="8" name="body-2">
            <a:extLst xmlns:a="http://schemas.openxmlformats.org/drawingml/2006/main">
              <a:ext uri="{FF2B5EF4-FFF2-40B4-BE49-F238E27FC236}">
                <a16:creationId xmlns:a16="http://schemas.microsoft.com/office/drawing/2014/main" id="{BF91AFCD-C550-49AA-AF96-4203073CA201}"/>
              </a:ext>
            </a:extLst>
          </p:cNvPr>
          <p:cNvSpPr>
            <a:spLocks xmlns:a="http://schemas.openxmlformats.org/drawingml/2006/main" noGrp="1"/>
          </p:cNvSpPr>
          <p:nvPr/>
        </p:nvSpPr>
        <p:spPr>
          <a:xfrm xmlns:a="http://schemas.openxmlformats.org/drawingml/2006/main">
            <a:off x="1571625" y="4733925"/>
            <a:ext cx="9334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250" b="0">
                <a:solidFill>
                  <a:srgbClr val="F5EEE1"/>
                </a:solidFill>
                <a:latin typeface="DejaVu Sans"/>
                <a:ea typeface="DejaVu Sans"/>
                <a:cs typeface="DejaVu Sans"/>
              </a:defRPr>
            </a:defPPr>
            <a:lvl1pPr>
              <a:defRPr sz="2250" b="0">
                <a:solidFill>
                  <a:srgbClr val="F5EEE1"/>
                </a:solidFill>
                <a:latin typeface="DejaVu Sans"/>
                <a:ea typeface="DejaVu Sans"/>
                <a:cs typeface="DejaVu Sans"/>
              </a:defRPr>
            </a:lvl1pPr>
            <a:lvl2pPr>
              <a:defRPr sz="2250" b="0">
                <a:solidFill>
                  <a:srgbClr val="F5EEE1"/>
                </a:solidFill>
                <a:latin typeface="DejaVu Sans"/>
                <a:ea typeface="DejaVu Sans"/>
                <a:cs typeface="DejaVu Sans"/>
              </a:defRPr>
            </a:lvl2pPr>
            <a:lvl3pPr>
              <a:defRPr sz="2250" b="0">
                <a:solidFill>
                  <a:srgbClr val="F5EEE1"/>
                </a:solidFill>
                <a:latin typeface="DejaVu Sans"/>
                <a:ea typeface="DejaVu Sans"/>
                <a:cs typeface="DejaVu Sans"/>
              </a:defRPr>
            </a:lvl3pPr>
            <a:lvl4pPr>
              <a:defRPr sz="2250" b="0">
                <a:solidFill>
                  <a:srgbClr val="F5EEE1"/>
                </a:solidFill>
                <a:latin typeface="DejaVu Sans"/>
                <a:ea typeface="DejaVu Sans"/>
                <a:cs typeface="DejaVu Sans"/>
              </a:defRPr>
            </a:lvl4pPr>
            <a:lvl5pPr>
              <a:defRPr sz="2250" b="0">
                <a:solidFill>
                  <a:srgbClr val="F5EEE1"/>
                </a:solidFill>
                <a:latin typeface="DejaVu Sans"/>
                <a:ea typeface="DejaVu Sans"/>
                <a:cs typeface="DejaVu Sans"/>
              </a:defRPr>
            </a:lvl5pPr>
            <a:lvl6pPr>
              <a:defRPr sz="2250" b="0">
                <a:solidFill>
                  <a:srgbClr val="F5EEE1"/>
                </a:solidFill>
                <a:latin typeface="DejaVu Sans"/>
                <a:ea typeface="DejaVu Sans"/>
                <a:cs typeface="DejaVu Sans"/>
              </a:defRPr>
            </a:lvl6pPr>
            <a:lvl7pPr>
              <a:defRPr sz="2250" b="0">
                <a:solidFill>
                  <a:srgbClr val="F5EEE1"/>
                </a:solidFill>
                <a:latin typeface="DejaVu Sans"/>
                <a:ea typeface="DejaVu Sans"/>
                <a:cs typeface="DejaVu Sans"/>
              </a:defRPr>
            </a:lvl7pPr>
            <a:lvl8pPr>
              <a:defRPr sz="2250" b="0">
                <a:solidFill>
                  <a:srgbClr val="F5EEE1"/>
                </a:solidFill>
                <a:latin typeface="DejaVu Sans"/>
                <a:ea typeface="DejaVu Sans"/>
                <a:cs typeface="DejaVu Sans"/>
              </a:defRPr>
            </a:lvl8pPr>
            <a:lvl9pPr>
              <a:defRPr sz="2250" b="0">
                <a:solidFill>
                  <a:srgbClr val="F5EEE1"/>
                </a:solidFill>
                <a:latin typeface="DejaVu Sans"/>
                <a:ea typeface="DejaVu Sans"/>
                <a:cs typeface="DejaVu Sans"/>
              </a:defRPr>
            </a:lvl9pPr>
          </a:lstStyle>
          <a:p xmlns:a="http://schemas.openxmlformats.org/drawingml/2006/main">
            <a:pPr>
              <a:defRPr sz="2250" b="0">
                <a:solidFill>
                  <a:srgbClr val="F5EEE1"/>
                </a:solidFill>
                <a:latin typeface="DejaVu Sans"/>
                <a:ea typeface="DejaVu Sans"/>
                <a:cs typeface="DejaVu Sans"/>
              </a:defRPr>
            </a:pPr>
            <a:r>
              <a:rPr sz="2250" b="0">
                <a:solidFill>
                  <a:srgbClr val="F5EEE1"/>
                </a:solidFill>
                <a:latin typeface="DejaVu Sans"/>
                <a:ea typeface="DejaVu Sans"/>
                <a:cs typeface="DejaVu Sans"/>
              </a:rPr>
              <a:t>People need an output they can revisit</a:t>
            </a:r>
          </a:p>
        </p:txBody>
      </p:sp>
      <p:sp>
        <p:nvSpPr>
          <p:cNvPr id="9" name="page">
            <a:extLst xmlns:a="http://schemas.openxmlformats.org/drawingml/2006/main">
              <a:ext uri="{FF2B5EF4-FFF2-40B4-BE49-F238E27FC236}">
                <a16:creationId xmlns:a16="http://schemas.microsoft.com/office/drawing/2014/main" id="{8E2BDDC7-CA03-457F-ADEA-769ABFC2D666}"/>
              </a:ext>
            </a:extLst>
          </p:cNvPr>
          <p:cNvSpPr>
            <a:spLocks xmlns:a="http://schemas.openxmlformats.org/drawingml/2006/main" noGrp="1"/>
          </p:cNvSpPr>
          <p:nvPr/>
        </p:nvSpPr>
        <p:spPr>
          <a:xfrm xmlns:a="http://schemas.openxmlformats.org/drawingml/2006/main">
            <a:off x="11001375" y="6296025"/>
            <a:ext cx="762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00" b="0">
                <a:solidFill>
                  <a:srgbClr val="AAB4C8"/>
                </a:solidFill>
                <a:latin typeface="DejaVu Sans"/>
                <a:ea typeface="DejaVu Sans"/>
                <a:cs typeface="DejaVu Sans"/>
              </a:defRPr>
            </a:defPPr>
            <a:lvl1pPr>
              <a:defRPr sz="1200" b="0">
                <a:solidFill>
                  <a:srgbClr val="AAB4C8"/>
                </a:solidFill>
                <a:latin typeface="DejaVu Sans"/>
                <a:ea typeface="DejaVu Sans"/>
                <a:cs typeface="DejaVu Sans"/>
              </a:defRPr>
            </a:lvl1pPr>
            <a:lvl2pPr>
              <a:defRPr sz="1200" b="0">
                <a:solidFill>
                  <a:srgbClr val="AAB4C8"/>
                </a:solidFill>
                <a:latin typeface="DejaVu Sans"/>
                <a:ea typeface="DejaVu Sans"/>
                <a:cs typeface="DejaVu Sans"/>
              </a:defRPr>
            </a:lvl2pPr>
            <a:lvl3pPr>
              <a:defRPr sz="1200" b="0">
                <a:solidFill>
                  <a:srgbClr val="AAB4C8"/>
                </a:solidFill>
                <a:latin typeface="DejaVu Sans"/>
                <a:ea typeface="DejaVu Sans"/>
                <a:cs typeface="DejaVu Sans"/>
              </a:defRPr>
            </a:lvl3pPr>
            <a:lvl4pPr>
              <a:defRPr sz="1200" b="0">
                <a:solidFill>
                  <a:srgbClr val="AAB4C8"/>
                </a:solidFill>
                <a:latin typeface="DejaVu Sans"/>
                <a:ea typeface="DejaVu Sans"/>
                <a:cs typeface="DejaVu Sans"/>
              </a:defRPr>
            </a:lvl4pPr>
            <a:lvl5pPr>
              <a:defRPr sz="1200" b="0">
                <a:solidFill>
                  <a:srgbClr val="AAB4C8"/>
                </a:solidFill>
                <a:latin typeface="DejaVu Sans"/>
                <a:ea typeface="DejaVu Sans"/>
                <a:cs typeface="DejaVu Sans"/>
              </a:defRPr>
            </a:lvl5pPr>
            <a:lvl6pPr>
              <a:defRPr sz="1200" b="0">
                <a:solidFill>
                  <a:srgbClr val="AAB4C8"/>
                </a:solidFill>
                <a:latin typeface="DejaVu Sans"/>
                <a:ea typeface="DejaVu Sans"/>
                <a:cs typeface="DejaVu Sans"/>
              </a:defRPr>
            </a:lvl6pPr>
            <a:lvl7pPr>
              <a:defRPr sz="1200" b="0">
                <a:solidFill>
                  <a:srgbClr val="AAB4C8"/>
                </a:solidFill>
                <a:latin typeface="DejaVu Sans"/>
                <a:ea typeface="DejaVu Sans"/>
                <a:cs typeface="DejaVu Sans"/>
              </a:defRPr>
            </a:lvl7pPr>
            <a:lvl8pPr>
              <a:defRPr sz="1200" b="0">
                <a:solidFill>
                  <a:srgbClr val="AAB4C8"/>
                </a:solidFill>
                <a:latin typeface="DejaVu Sans"/>
                <a:ea typeface="DejaVu Sans"/>
                <a:cs typeface="DejaVu Sans"/>
              </a:defRPr>
            </a:lvl8pPr>
            <a:lvl9pPr>
              <a:defRPr sz="1200" b="0">
                <a:solidFill>
                  <a:srgbClr val="AAB4C8"/>
                </a:solidFill>
                <a:latin typeface="DejaVu Sans"/>
                <a:ea typeface="DejaVu Sans"/>
                <a:cs typeface="DejaVu Sans"/>
              </a:defRPr>
            </a:lvl9pPr>
          </a:lstStyle>
          <a:p xmlns:a="http://schemas.openxmlformats.org/drawingml/2006/main">
            <a:pPr>
              <a:defRPr sz="1200" b="0">
                <a:solidFill>
                  <a:srgbClr val="AAB4C8"/>
                </a:solidFill>
                <a:latin typeface="DejaVu Sans"/>
                <a:ea typeface="DejaVu Sans"/>
                <a:cs typeface="DejaVu Sans"/>
              </a:defRPr>
            </a:pPr>
            <a:r>
              <a:rPr sz="1200" b="0">
                <a:solidFill>
                  <a:srgbClr val="AAB4C8"/>
                </a:solidFill>
                <a:latin typeface="DejaVu Sans"/>
                <a:ea typeface="DejaVu Sans"/>
                <a:cs typeface="DejaVu Sans"/>
              </a:rPr>
              <a:t>2 / 7</a:t>
            </a:r>
          </a:p>
        </p:txBody>
      </p:sp>
    </p:spTree>
    <p:extLst>
      <p:ext uri="{BB962C8B-B14F-4D97-AF65-F5344CB8AC3E}">
        <p14:creationId xmlns:p14="http://schemas.microsoft.com/office/powerpoint/2010/main" val="546426219"/>
      </p:ext>
    </p:extLst>
  </p:cSld>
  <p:transition spd="med" advTm="10000">
    <p:fade/>
  </p:transition>
</p:sld>
</file>

<file path=ppt/slides/slide3.xml><?xml version="1.0" encoding="utf-8"?>
<p:sld xmlns:p="http://schemas.openxmlformats.org/presentationml/2006/main">
  <p:cSld>
    <p:bg>
      <p:bgPr>
        <a:solidFill xmlns:a="http://schemas.openxmlformats.org/drawingml/2006/main">
          <a:srgbClr val="111C33"/>
        </a:solidFill>
      </p:bgPr>
    </p:bg>
    <p:spTree>
      <p:nvGrpSpPr>
        <p:cNvPr id="1" name=""/>
        <p:cNvGrpSpPr/>
        <p:nvPr/>
      </p:nvGrpSpPr>
      <p:grpSpPr>
        <a:xfrm xmlns:a="http://schemas.openxmlformats.org/drawingml/2006/main"/>
      </p:grpSpPr>
      <p:sp>
        <p:nvSpPr>
          <p:cNvPr id="12" name="title">
            <a:extLst xmlns:a="http://schemas.openxmlformats.org/drawingml/2006/main">
              <a:ext uri="{FF2B5EF4-FFF2-40B4-BE49-F238E27FC236}">
                <a16:creationId xmlns:a16="http://schemas.microsoft.com/office/drawing/2014/main" id="{304767E1-BF13-4AF6-A1E0-A6A148275E73}"/>
              </a:ext>
            </a:extLst>
          </p:cNvPr>
          <p:cNvSpPr>
            <a:spLocks xmlns:a="http://schemas.openxmlformats.org/drawingml/2006/main" noGrp="1"/>
          </p:cNvSpPr>
          <p:nvPr/>
        </p:nvSpPr>
        <p:spPr>
          <a:xfrm xmlns:a="http://schemas.openxmlformats.org/drawingml/2006/main">
            <a:off x="609600" y="590550"/>
            <a:ext cx="106680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3300" b="1">
                <a:solidFill>
                  <a:srgbClr val="F7F2E8"/>
                </a:solidFill>
                <a:latin typeface="DejaVu Sans"/>
                <a:ea typeface="DejaVu Sans"/>
                <a:cs typeface="DejaVu Sans"/>
              </a:defRPr>
            </a:defPPr>
            <a:lvl1pPr>
              <a:defRPr sz="3300" b="1">
                <a:solidFill>
                  <a:srgbClr val="F7F2E8"/>
                </a:solidFill>
                <a:latin typeface="DejaVu Sans"/>
                <a:ea typeface="DejaVu Sans"/>
                <a:cs typeface="DejaVu Sans"/>
              </a:defRPr>
            </a:lvl1pPr>
            <a:lvl2pPr>
              <a:defRPr sz="3300" b="1">
                <a:solidFill>
                  <a:srgbClr val="F7F2E8"/>
                </a:solidFill>
                <a:latin typeface="DejaVu Sans"/>
                <a:ea typeface="DejaVu Sans"/>
                <a:cs typeface="DejaVu Sans"/>
              </a:defRPr>
            </a:lvl2pPr>
            <a:lvl3pPr>
              <a:defRPr sz="3300" b="1">
                <a:solidFill>
                  <a:srgbClr val="F7F2E8"/>
                </a:solidFill>
                <a:latin typeface="DejaVu Sans"/>
                <a:ea typeface="DejaVu Sans"/>
                <a:cs typeface="DejaVu Sans"/>
              </a:defRPr>
            </a:lvl3pPr>
            <a:lvl4pPr>
              <a:defRPr sz="3300" b="1">
                <a:solidFill>
                  <a:srgbClr val="F7F2E8"/>
                </a:solidFill>
                <a:latin typeface="DejaVu Sans"/>
                <a:ea typeface="DejaVu Sans"/>
                <a:cs typeface="DejaVu Sans"/>
              </a:defRPr>
            </a:lvl4pPr>
            <a:lvl5pPr>
              <a:defRPr sz="3300" b="1">
                <a:solidFill>
                  <a:srgbClr val="F7F2E8"/>
                </a:solidFill>
                <a:latin typeface="DejaVu Sans"/>
                <a:ea typeface="DejaVu Sans"/>
                <a:cs typeface="DejaVu Sans"/>
              </a:defRPr>
            </a:lvl5pPr>
            <a:lvl6pPr>
              <a:defRPr sz="3300" b="1">
                <a:solidFill>
                  <a:srgbClr val="F7F2E8"/>
                </a:solidFill>
                <a:latin typeface="DejaVu Sans"/>
                <a:ea typeface="DejaVu Sans"/>
                <a:cs typeface="DejaVu Sans"/>
              </a:defRPr>
            </a:lvl6pPr>
            <a:lvl7pPr>
              <a:defRPr sz="3300" b="1">
                <a:solidFill>
                  <a:srgbClr val="F7F2E8"/>
                </a:solidFill>
                <a:latin typeface="DejaVu Sans"/>
                <a:ea typeface="DejaVu Sans"/>
                <a:cs typeface="DejaVu Sans"/>
              </a:defRPr>
            </a:lvl7pPr>
            <a:lvl8pPr>
              <a:defRPr sz="3300" b="1">
                <a:solidFill>
                  <a:srgbClr val="F7F2E8"/>
                </a:solidFill>
                <a:latin typeface="DejaVu Sans"/>
                <a:ea typeface="DejaVu Sans"/>
                <a:cs typeface="DejaVu Sans"/>
              </a:defRPr>
            </a:lvl8pPr>
            <a:lvl9pPr>
              <a:defRPr sz="3300" b="1">
                <a:solidFill>
                  <a:srgbClr val="F7F2E8"/>
                </a:solidFill>
                <a:latin typeface="DejaVu Sans"/>
                <a:ea typeface="DejaVu Sans"/>
                <a:cs typeface="DejaVu Sans"/>
              </a:defRPr>
            </a:lvl9pPr>
          </a:lstStyle>
          <a:p xmlns:a="http://schemas.openxmlformats.org/drawingml/2006/main">
            <a:pPr>
              <a:defRPr sz="3300" b="1">
                <a:solidFill>
                  <a:srgbClr val="F7F2E8"/>
                </a:solidFill>
                <a:latin typeface="DejaVu Sans"/>
                <a:ea typeface="DejaVu Sans"/>
                <a:cs typeface="DejaVu Sans"/>
              </a:defRPr>
            </a:pPr>
            <a:r>
              <a:rPr sz="3300" b="1">
                <a:solidFill>
                  <a:srgbClr val="F7F2E8"/>
                </a:solidFill>
                <a:latin typeface="DejaVu Sans"/>
                <a:ea typeface="DejaVu Sans"/>
                <a:cs typeface="DejaVu Sans"/>
              </a:rPr>
              <a:t>The product journey</a:t>
            </a:r>
          </a:p>
        </p:txBody>
      </p:sp>
      <p:sp>
        <p:nvSpPr>
          <p:cNvPr id="2" name="subtitle">
            <a:extLst xmlns:a="http://schemas.openxmlformats.org/drawingml/2006/main">
              <a:ext uri="{FF2B5EF4-FFF2-40B4-BE49-F238E27FC236}">
                <a16:creationId xmlns:a16="http://schemas.microsoft.com/office/drawing/2014/main" id="{C767A206-717F-4B59-BA61-0CACD0412394}"/>
              </a:ext>
            </a:extLst>
          </p:cNvPr>
          <p:cNvSpPr>
            <a:spLocks xmlns:a="http://schemas.openxmlformats.org/drawingml/2006/main" noGrp="1"/>
          </p:cNvSpPr>
          <p:nvPr/>
        </p:nvSpPr>
        <p:spPr>
          <a:xfrm xmlns:a="http://schemas.openxmlformats.org/drawingml/2006/main">
            <a:off x="647700" y="1524000"/>
            <a:ext cx="4667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250" b="0">
                <a:solidFill>
                  <a:srgbClr val="E4C99E"/>
                </a:solidFill>
                <a:latin typeface="DejaVu Sans"/>
                <a:ea typeface="DejaVu Sans"/>
                <a:cs typeface="DejaVu Sans"/>
              </a:defRPr>
            </a:defPPr>
            <a:lvl1pPr>
              <a:defRPr sz="2250" b="0">
                <a:solidFill>
                  <a:srgbClr val="E4C99E"/>
                </a:solidFill>
                <a:latin typeface="DejaVu Sans"/>
                <a:ea typeface="DejaVu Sans"/>
                <a:cs typeface="DejaVu Sans"/>
              </a:defRPr>
            </a:lvl1pPr>
            <a:lvl2pPr>
              <a:defRPr sz="2250" b="0">
                <a:solidFill>
                  <a:srgbClr val="E4C99E"/>
                </a:solidFill>
                <a:latin typeface="DejaVu Sans"/>
                <a:ea typeface="DejaVu Sans"/>
                <a:cs typeface="DejaVu Sans"/>
              </a:defRPr>
            </a:lvl2pPr>
            <a:lvl3pPr>
              <a:defRPr sz="2250" b="0">
                <a:solidFill>
                  <a:srgbClr val="E4C99E"/>
                </a:solidFill>
                <a:latin typeface="DejaVu Sans"/>
                <a:ea typeface="DejaVu Sans"/>
                <a:cs typeface="DejaVu Sans"/>
              </a:defRPr>
            </a:lvl3pPr>
            <a:lvl4pPr>
              <a:defRPr sz="2250" b="0">
                <a:solidFill>
                  <a:srgbClr val="E4C99E"/>
                </a:solidFill>
                <a:latin typeface="DejaVu Sans"/>
                <a:ea typeface="DejaVu Sans"/>
                <a:cs typeface="DejaVu Sans"/>
              </a:defRPr>
            </a:lvl4pPr>
            <a:lvl5pPr>
              <a:defRPr sz="2250" b="0">
                <a:solidFill>
                  <a:srgbClr val="E4C99E"/>
                </a:solidFill>
                <a:latin typeface="DejaVu Sans"/>
                <a:ea typeface="DejaVu Sans"/>
                <a:cs typeface="DejaVu Sans"/>
              </a:defRPr>
            </a:lvl5pPr>
            <a:lvl6pPr>
              <a:defRPr sz="2250" b="0">
                <a:solidFill>
                  <a:srgbClr val="E4C99E"/>
                </a:solidFill>
                <a:latin typeface="DejaVu Sans"/>
                <a:ea typeface="DejaVu Sans"/>
                <a:cs typeface="DejaVu Sans"/>
              </a:defRPr>
            </a:lvl6pPr>
            <a:lvl7pPr>
              <a:defRPr sz="2250" b="0">
                <a:solidFill>
                  <a:srgbClr val="E4C99E"/>
                </a:solidFill>
                <a:latin typeface="DejaVu Sans"/>
                <a:ea typeface="DejaVu Sans"/>
                <a:cs typeface="DejaVu Sans"/>
              </a:defRPr>
            </a:lvl7pPr>
            <a:lvl8pPr>
              <a:defRPr sz="2250" b="0">
                <a:solidFill>
                  <a:srgbClr val="E4C99E"/>
                </a:solidFill>
                <a:latin typeface="DejaVu Sans"/>
                <a:ea typeface="DejaVu Sans"/>
                <a:cs typeface="DejaVu Sans"/>
              </a:defRPr>
            </a:lvl8pPr>
            <a:lvl9pPr>
              <a:defRPr sz="2250" b="0">
                <a:solidFill>
                  <a:srgbClr val="E4C99E"/>
                </a:solidFill>
                <a:latin typeface="DejaVu Sans"/>
                <a:ea typeface="DejaVu Sans"/>
                <a:cs typeface="DejaVu Sans"/>
              </a:defRPr>
            </a:lvl9pPr>
          </a:lstStyle>
          <a:p xmlns:a="http://schemas.openxmlformats.org/drawingml/2006/main">
            <a:pPr>
              <a:defRPr sz="2250" b="0">
                <a:solidFill>
                  <a:srgbClr val="E4C99E"/>
                </a:solidFill>
                <a:latin typeface="DejaVu Sans"/>
                <a:ea typeface="DejaVu Sans"/>
                <a:cs typeface="DejaVu Sans"/>
              </a:defRPr>
            </a:pPr>
            <a:r>
              <a:rPr sz="2250" b="0">
                <a:solidFill>
                  <a:srgbClr val="E4C99E"/>
                </a:solidFill>
                <a:latin typeface="DejaVu Sans"/>
                <a:ea typeface="DejaVu Sans"/>
                <a:cs typeface="DejaVu Sans"/>
              </a:rPr>
              <a:t>A guided reading</a:t>
            </a:r>
          </a:p>
        </p:txBody>
      </p:sp>
      <p:sp>
        <p:nvSpPr>
          <p:cNvPr id="3" name="step-0">
            <a:extLst xmlns:a="http://schemas.openxmlformats.org/drawingml/2006/main">
              <a:ext uri="{FF2B5EF4-FFF2-40B4-BE49-F238E27FC236}">
                <a16:creationId xmlns:a16="http://schemas.microsoft.com/office/drawing/2014/main" id="{4AA50F15-7743-4638-AA85-0C408AF9B1D9}"/>
              </a:ext>
            </a:extLst>
          </p:cNvPr>
          <p:cNvSpPr>
            <a:spLocks xmlns:a="http://schemas.openxmlformats.org/drawingml/2006/main" noGrp="1"/>
          </p:cNvSpPr>
          <p:nvPr/>
        </p:nvSpPr>
        <p:spPr>
          <a:xfrm xmlns:a="http://schemas.openxmlformats.org/drawingml/2006/main">
            <a:off x="647700" y="2552700"/>
            <a:ext cx="61912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175" b="0">
                <a:solidFill>
                  <a:srgbClr val="E4C99E"/>
                </a:solidFill>
                <a:latin typeface="DejaVu Sans"/>
                <a:ea typeface="DejaVu Sans"/>
                <a:cs typeface="DejaVu Sans"/>
              </a:defRPr>
            </a:defPPr>
            <a:lvl1pPr>
              <a:defRPr sz="2175" b="0">
                <a:solidFill>
                  <a:srgbClr val="E4C99E"/>
                </a:solidFill>
                <a:latin typeface="DejaVu Sans"/>
                <a:ea typeface="DejaVu Sans"/>
                <a:cs typeface="DejaVu Sans"/>
              </a:defRPr>
            </a:lvl1pPr>
            <a:lvl2pPr>
              <a:defRPr sz="2175" b="0">
                <a:solidFill>
                  <a:srgbClr val="E4C99E"/>
                </a:solidFill>
                <a:latin typeface="DejaVu Sans"/>
                <a:ea typeface="DejaVu Sans"/>
                <a:cs typeface="DejaVu Sans"/>
              </a:defRPr>
            </a:lvl2pPr>
            <a:lvl3pPr>
              <a:defRPr sz="2175" b="0">
                <a:solidFill>
                  <a:srgbClr val="E4C99E"/>
                </a:solidFill>
                <a:latin typeface="DejaVu Sans"/>
                <a:ea typeface="DejaVu Sans"/>
                <a:cs typeface="DejaVu Sans"/>
              </a:defRPr>
            </a:lvl3pPr>
            <a:lvl4pPr>
              <a:defRPr sz="2175" b="0">
                <a:solidFill>
                  <a:srgbClr val="E4C99E"/>
                </a:solidFill>
                <a:latin typeface="DejaVu Sans"/>
                <a:ea typeface="DejaVu Sans"/>
                <a:cs typeface="DejaVu Sans"/>
              </a:defRPr>
            </a:lvl4pPr>
            <a:lvl5pPr>
              <a:defRPr sz="2175" b="0">
                <a:solidFill>
                  <a:srgbClr val="E4C99E"/>
                </a:solidFill>
                <a:latin typeface="DejaVu Sans"/>
                <a:ea typeface="DejaVu Sans"/>
                <a:cs typeface="DejaVu Sans"/>
              </a:defRPr>
            </a:lvl5pPr>
            <a:lvl6pPr>
              <a:defRPr sz="2175" b="0">
                <a:solidFill>
                  <a:srgbClr val="E4C99E"/>
                </a:solidFill>
                <a:latin typeface="DejaVu Sans"/>
                <a:ea typeface="DejaVu Sans"/>
                <a:cs typeface="DejaVu Sans"/>
              </a:defRPr>
            </a:lvl6pPr>
            <a:lvl7pPr>
              <a:defRPr sz="2175" b="0">
                <a:solidFill>
                  <a:srgbClr val="E4C99E"/>
                </a:solidFill>
                <a:latin typeface="DejaVu Sans"/>
                <a:ea typeface="DejaVu Sans"/>
                <a:cs typeface="DejaVu Sans"/>
              </a:defRPr>
            </a:lvl7pPr>
            <a:lvl8pPr>
              <a:defRPr sz="2175" b="0">
                <a:solidFill>
                  <a:srgbClr val="E4C99E"/>
                </a:solidFill>
                <a:latin typeface="DejaVu Sans"/>
                <a:ea typeface="DejaVu Sans"/>
                <a:cs typeface="DejaVu Sans"/>
              </a:defRPr>
            </a:lvl8pPr>
            <a:lvl9pPr>
              <a:defRPr sz="2175" b="0">
                <a:solidFill>
                  <a:srgbClr val="E4C99E"/>
                </a:solidFill>
                <a:latin typeface="DejaVu Sans"/>
                <a:ea typeface="DejaVu Sans"/>
                <a:cs typeface="DejaVu Sans"/>
              </a:defRPr>
            </a:lvl9pPr>
          </a:lstStyle>
          <a:p xmlns:a="http://schemas.openxmlformats.org/drawingml/2006/main">
            <a:pPr>
              <a:defRPr sz="2175" b="0">
                <a:solidFill>
                  <a:srgbClr val="E4C99E"/>
                </a:solidFill>
                <a:latin typeface="DejaVu Sans"/>
                <a:ea typeface="DejaVu Sans"/>
                <a:cs typeface="DejaVu Sans"/>
              </a:defRPr>
            </a:pPr>
            <a:r>
              <a:rPr sz="2175" b="0">
                <a:solidFill>
                  <a:srgbClr val="E4C99E"/>
                </a:solidFill>
                <a:latin typeface="DejaVu Sans"/>
                <a:ea typeface="DejaVu Sans"/>
                <a:cs typeface="DejaVu Sans"/>
              </a:rPr>
              <a:t>01</a:t>
            </a:r>
          </a:p>
        </p:txBody>
      </p:sp>
      <p:sp>
        <p:nvSpPr>
          <p:cNvPr id="4" name="body-0">
            <a:extLst xmlns:a="http://schemas.openxmlformats.org/drawingml/2006/main">
              <a:ext uri="{FF2B5EF4-FFF2-40B4-BE49-F238E27FC236}">
                <a16:creationId xmlns:a16="http://schemas.microsoft.com/office/drawing/2014/main" id="{31CEF9FA-DAC3-4994-8FCE-016FFA32D807}"/>
              </a:ext>
            </a:extLst>
          </p:cNvPr>
          <p:cNvSpPr>
            <a:spLocks xmlns:a="http://schemas.openxmlformats.org/drawingml/2006/main" noGrp="1"/>
          </p:cNvSpPr>
          <p:nvPr/>
        </p:nvSpPr>
        <p:spPr>
          <a:xfrm xmlns:a="http://schemas.openxmlformats.org/drawingml/2006/main">
            <a:off x="1409700" y="2552700"/>
            <a:ext cx="371475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950" b="0">
                <a:solidFill>
                  <a:srgbClr val="F5EEE1"/>
                </a:solidFill>
                <a:latin typeface="DejaVu Sans"/>
                <a:ea typeface="DejaVu Sans"/>
                <a:cs typeface="DejaVu Sans"/>
              </a:defRPr>
            </a:defPPr>
            <a:lvl1pPr>
              <a:defRPr sz="1950" b="0">
                <a:solidFill>
                  <a:srgbClr val="F5EEE1"/>
                </a:solidFill>
                <a:latin typeface="DejaVu Sans"/>
                <a:ea typeface="DejaVu Sans"/>
                <a:cs typeface="DejaVu Sans"/>
              </a:defRPr>
            </a:lvl1pPr>
            <a:lvl2pPr>
              <a:defRPr sz="1950" b="0">
                <a:solidFill>
                  <a:srgbClr val="F5EEE1"/>
                </a:solidFill>
                <a:latin typeface="DejaVu Sans"/>
                <a:ea typeface="DejaVu Sans"/>
                <a:cs typeface="DejaVu Sans"/>
              </a:defRPr>
            </a:lvl2pPr>
            <a:lvl3pPr>
              <a:defRPr sz="1950" b="0">
                <a:solidFill>
                  <a:srgbClr val="F5EEE1"/>
                </a:solidFill>
                <a:latin typeface="DejaVu Sans"/>
                <a:ea typeface="DejaVu Sans"/>
                <a:cs typeface="DejaVu Sans"/>
              </a:defRPr>
            </a:lvl3pPr>
            <a:lvl4pPr>
              <a:defRPr sz="1950" b="0">
                <a:solidFill>
                  <a:srgbClr val="F5EEE1"/>
                </a:solidFill>
                <a:latin typeface="DejaVu Sans"/>
                <a:ea typeface="DejaVu Sans"/>
                <a:cs typeface="DejaVu Sans"/>
              </a:defRPr>
            </a:lvl4pPr>
            <a:lvl5pPr>
              <a:defRPr sz="1950" b="0">
                <a:solidFill>
                  <a:srgbClr val="F5EEE1"/>
                </a:solidFill>
                <a:latin typeface="DejaVu Sans"/>
                <a:ea typeface="DejaVu Sans"/>
                <a:cs typeface="DejaVu Sans"/>
              </a:defRPr>
            </a:lvl5pPr>
            <a:lvl6pPr>
              <a:defRPr sz="1950" b="0">
                <a:solidFill>
                  <a:srgbClr val="F5EEE1"/>
                </a:solidFill>
                <a:latin typeface="DejaVu Sans"/>
                <a:ea typeface="DejaVu Sans"/>
                <a:cs typeface="DejaVu Sans"/>
              </a:defRPr>
            </a:lvl6pPr>
            <a:lvl7pPr>
              <a:defRPr sz="1950" b="0">
                <a:solidFill>
                  <a:srgbClr val="F5EEE1"/>
                </a:solidFill>
                <a:latin typeface="DejaVu Sans"/>
                <a:ea typeface="DejaVu Sans"/>
                <a:cs typeface="DejaVu Sans"/>
              </a:defRPr>
            </a:lvl7pPr>
            <a:lvl8pPr>
              <a:defRPr sz="1950" b="0">
                <a:solidFill>
                  <a:srgbClr val="F5EEE1"/>
                </a:solidFill>
                <a:latin typeface="DejaVu Sans"/>
                <a:ea typeface="DejaVu Sans"/>
                <a:cs typeface="DejaVu Sans"/>
              </a:defRPr>
            </a:lvl8pPr>
            <a:lvl9pPr>
              <a:defRPr sz="1950" b="0">
                <a:solidFill>
                  <a:srgbClr val="F5EEE1"/>
                </a:solidFill>
                <a:latin typeface="DejaVu Sans"/>
                <a:ea typeface="DejaVu Sans"/>
                <a:cs typeface="DejaVu Sans"/>
              </a:defRPr>
            </a:lvl9pPr>
          </a:lstStyle>
          <a:p xmlns:a="http://schemas.openxmlformats.org/drawingml/2006/main">
            <a:pPr>
              <a:defRPr sz="1950" b="0">
                <a:solidFill>
                  <a:srgbClr val="F5EEE1"/>
                </a:solidFill>
                <a:latin typeface="DejaVu Sans"/>
                <a:ea typeface="DejaVu Sans"/>
                <a:cs typeface="DejaVu Sans"/>
              </a:defRPr>
            </a:pPr>
            <a:r>
              <a:rPr sz="1950" b="0">
                <a:solidFill>
                  <a:srgbClr val="F5EEE1"/>
                </a:solidFill>
                <a:latin typeface="DejaVu Sans"/>
                <a:ea typeface="DejaVu Sans"/>
                <a:cs typeface="DejaVu Sans"/>
              </a:rPr>
              <a:t>Enter the birth details</a:t>
            </a:r>
          </a:p>
        </p:txBody>
      </p:sp>
      <p:sp>
        <p:nvSpPr>
          <p:cNvPr id="5" name="step-1">
            <a:extLst xmlns:a="http://schemas.openxmlformats.org/drawingml/2006/main">
              <a:ext uri="{FF2B5EF4-FFF2-40B4-BE49-F238E27FC236}">
                <a16:creationId xmlns:a16="http://schemas.microsoft.com/office/drawing/2014/main" id="{157D285D-1AB0-459D-9886-4E8DD879D073}"/>
              </a:ext>
            </a:extLst>
          </p:cNvPr>
          <p:cNvSpPr>
            <a:spLocks xmlns:a="http://schemas.openxmlformats.org/drawingml/2006/main" noGrp="1"/>
          </p:cNvSpPr>
          <p:nvPr/>
        </p:nvSpPr>
        <p:spPr>
          <a:xfrm xmlns:a="http://schemas.openxmlformats.org/drawingml/2006/main">
            <a:off x="647700" y="3467100"/>
            <a:ext cx="61912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175" b="0">
                <a:solidFill>
                  <a:srgbClr val="E4C99E"/>
                </a:solidFill>
                <a:latin typeface="DejaVu Sans"/>
                <a:ea typeface="DejaVu Sans"/>
                <a:cs typeface="DejaVu Sans"/>
              </a:defRPr>
            </a:defPPr>
            <a:lvl1pPr>
              <a:defRPr sz="2175" b="0">
                <a:solidFill>
                  <a:srgbClr val="E4C99E"/>
                </a:solidFill>
                <a:latin typeface="DejaVu Sans"/>
                <a:ea typeface="DejaVu Sans"/>
                <a:cs typeface="DejaVu Sans"/>
              </a:defRPr>
            </a:lvl1pPr>
            <a:lvl2pPr>
              <a:defRPr sz="2175" b="0">
                <a:solidFill>
                  <a:srgbClr val="E4C99E"/>
                </a:solidFill>
                <a:latin typeface="DejaVu Sans"/>
                <a:ea typeface="DejaVu Sans"/>
                <a:cs typeface="DejaVu Sans"/>
              </a:defRPr>
            </a:lvl2pPr>
            <a:lvl3pPr>
              <a:defRPr sz="2175" b="0">
                <a:solidFill>
                  <a:srgbClr val="E4C99E"/>
                </a:solidFill>
                <a:latin typeface="DejaVu Sans"/>
                <a:ea typeface="DejaVu Sans"/>
                <a:cs typeface="DejaVu Sans"/>
              </a:defRPr>
            </a:lvl3pPr>
            <a:lvl4pPr>
              <a:defRPr sz="2175" b="0">
                <a:solidFill>
                  <a:srgbClr val="E4C99E"/>
                </a:solidFill>
                <a:latin typeface="DejaVu Sans"/>
                <a:ea typeface="DejaVu Sans"/>
                <a:cs typeface="DejaVu Sans"/>
              </a:defRPr>
            </a:lvl4pPr>
            <a:lvl5pPr>
              <a:defRPr sz="2175" b="0">
                <a:solidFill>
                  <a:srgbClr val="E4C99E"/>
                </a:solidFill>
                <a:latin typeface="DejaVu Sans"/>
                <a:ea typeface="DejaVu Sans"/>
                <a:cs typeface="DejaVu Sans"/>
              </a:defRPr>
            </a:lvl5pPr>
            <a:lvl6pPr>
              <a:defRPr sz="2175" b="0">
                <a:solidFill>
                  <a:srgbClr val="E4C99E"/>
                </a:solidFill>
                <a:latin typeface="DejaVu Sans"/>
                <a:ea typeface="DejaVu Sans"/>
                <a:cs typeface="DejaVu Sans"/>
              </a:defRPr>
            </a:lvl6pPr>
            <a:lvl7pPr>
              <a:defRPr sz="2175" b="0">
                <a:solidFill>
                  <a:srgbClr val="E4C99E"/>
                </a:solidFill>
                <a:latin typeface="DejaVu Sans"/>
                <a:ea typeface="DejaVu Sans"/>
                <a:cs typeface="DejaVu Sans"/>
              </a:defRPr>
            </a:lvl7pPr>
            <a:lvl8pPr>
              <a:defRPr sz="2175" b="0">
                <a:solidFill>
                  <a:srgbClr val="E4C99E"/>
                </a:solidFill>
                <a:latin typeface="DejaVu Sans"/>
                <a:ea typeface="DejaVu Sans"/>
                <a:cs typeface="DejaVu Sans"/>
              </a:defRPr>
            </a:lvl8pPr>
            <a:lvl9pPr>
              <a:defRPr sz="2175" b="0">
                <a:solidFill>
                  <a:srgbClr val="E4C99E"/>
                </a:solidFill>
                <a:latin typeface="DejaVu Sans"/>
                <a:ea typeface="DejaVu Sans"/>
                <a:cs typeface="DejaVu Sans"/>
              </a:defRPr>
            </a:lvl9pPr>
          </a:lstStyle>
          <a:p xmlns:a="http://schemas.openxmlformats.org/drawingml/2006/main">
            <a:pPr>
              <a:defRPr sz="2175" b="0">
                <a:solidFill>
                  <a:srgbClr val="E4C99E"/>
                </a:solidFill>
                <a:latin typeface="DejaVu Sans"/>
                <a:ea typeface="DejaVu Sans"/>
                <a:cs typeface="DejaVu Sans"/>
              </a:defRPr>
            </a:pPr>
            <a:r>
              <a:rPr sz="2175" b="0">
                <a:solidFill>
                  <a:srgbClr val="E4C99E"/>
                </a:solidFill>
                <a:latin typeface="DejaVu Sans"/>
                <a:ea typeface="DejaVu Sans"/>
                <a:cs typeface="DejaVu Sans"/>
              </a:rPr>
              <a:t>02</a:t>
            </a:r>
          </a:p>
        </p:txBody>
      </p:sp>
      <p:sp>
        <p:nvSpPr>
          <p:cNvPr id="6" name="body-1">
            <a:extLst xmlns:a="http://schemas.openxmlformats.org/drawingml/2006/main">
              <a:ext uri="{FF2B5EF4-FFF2-40B4-BE49-F238E27FC236}">
                <a16:creationId xmlns:a16="http://schemas.microsoft.com/office/drawing/2014/main" id="{11F4C2A8-2767-4C24-B1F9-D28C92A88325}"/>
              </a:ext>
            </a:extLst>
          </p:cNvPr>
          <p:cNvSpPr>
            <a:spLocks xmlns:a="http://schemas.openxmlformats.org/drawingml/2006/main" noGrp="1"/>
          </p:cNvSpPr>
          <p:nvPr/>
        </p:nvSpPr>
        <p:spPr>
          <a:xfrm xmlns:a="http://schemas.openxmlformats.org/drawingml/2006/main">
            <a:off x="1409700" y="3467100"/>
            <a:ext cx="371475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950" b="0">
                <a:solidFill>
                  <a:srgbClr val="F5EEE1"/>
                </a:solidFill>
                <a:latin typeface="DejaVu Sans"/>
                <a:ea typeface="DejaVu Sans"/>
                <a:cs typeface="DejaVu Sans"/>
              </a:defRPr>
            </a:defPPr>
            <a:lvl1pPr>
              <a:defRPr sz="1950" b="0">
                <a:solidFill>
                  <a:srgbClr val="F5EEE1"/>
                </a:solidFill>
                <a:latin typeface="DejaVu Sans"/>
                <a:ea typeface="DejaVu Sans"/>
                <a:cs typeface="DejaVu Sans"/>
              </a:defRPr>
            </a:lvl1pPr>
            <a:lvl2pPr>
              <a:defRPr sz="1950" b="0">
                <a:solidFill>
                  <a:srgbClr val="F5EEE1"/>
                </a:solidFill>
                <a:latin typeface="DejaVu Sans"/>
                <a:ea typeface="DejaVu Sans"/>
                <a:cs typeface="DejaVu Sans"/>
              </a:defRPr>
            </a:lvl2pPr>
            <a:lvl3pPr>
              <a:defRPr sz="1950" b="0">
                <a:solidFill>
                  <a:srgbClr val="F5EEE1"/>
                </a:solidFill>
                <a:latin typeface="DejaVu Sans"/>
                <a:ea typeface="DejaVu Sans"/>
                <a:cs typeface="DejaVu Sans"/>
              </a:defRPr>
            </a:lvl3pPr>
            <a:lvl4pPr>
              <a:defRPr sz="1950" b="0">
                <a:solidFill>
                  <a:srgbClr val="F5EEE1"/>
                </a:solidFill>
                <a:latin typeface="DejaVu Sans"/>
                <a:ea typeface="DejaVu Sans"/>
                <a:cs typeface="DejaVu Sans"/>
              </a:defRPr>
            </a:lvl4pPr>
            <a:lvl5pPr>
              <a:defRPr sz="1950" b="0">
                <a:solidFill>
                  <a:srgbClr val="F5EEE1"/>
                </a:solidFill>
                <a:latin typeface="DejaVu Sans"/>
                <a:ea typeface="DejaVu Sans"/>
                <a:cs typeface="DejaVu Sans"/>
              </a:defRPr>
            </a:lvl5pPr>
            <a:lvl6pPr>
              <a:defRPr sz="1950" b="0">
                <a:solidFill>
                  <a:srgbClr val="F5EEE1"/>
                </a:solidFill>
                <a:latin typeface="DejaVu Sans"/>
                <a:ea typeface="DejaVu Sans"/>
                <a:cs typeface="DejaVu Sans"/>
              </a:defRPr>
            </a:lvl6pPr>
            <a:lvl7pPr>
              <a:defRPr sz="1950" b="0">
                <a:solidFill>
                  <a:srgbClr val="F5EEE1"/>
                </a:solidFill>
                <a:latin typeface="DejaVu Sans"/>
                <a:ea typeface="DejaVu Sans"/>
                <a:cs typeface="DejaVu Sans"/>
              </a:defRPr>
            </a:lvl7pPr>
            <a:lvl8pPr>
              <a:defRPr sz="1950" b="0">
                <a:solidFill>
                  <a:srgbClr val="F5EEE1"/>
                </a:solidFill>
                <a:latin typeface="DejaVu Sans"/>
                <a:ea typeface="DejaVu Sans"/>
                <a:cs typeface="DejaVu Sans"/>
              </a:defRPr>
            </a:lvl8pPr>
            <a:lvl9pPr>
              <a:defRPr sz="1950" b="0">
                <a:solidFill>
                  <a:srgbClr val="F5EEE1"/>
                </a:solidFill>
                <a:latin typeface="DejaVu Sans"/>
                <a:ea typeface="DejaVu Sans"/>
                <a:cs typeface="DejaVu Sans"/>
              </a:defRPr>
            </a:lvl9pPr>
          </a:lstStyle>
          <a:p xmlns:a="http://schemas.openxmlformats.org/drawingml/2006/main">
            <a:pPr>
              <a:defRPr sz="1950" b="0">
                <a:solidFill>
                  <a:srgbClr val="F5EEE1"/>
                </a:solidFill>
                <a:latin typeface="DejaVu Sans"/>
                <a:ea typeface="DejaVu Sans"/>
                <a:cs typeface="DejaVu Sans"/>
              </a:defRPr>
            </a:pPr>
            <a:r>
              <a:rPr sz="1950" b="0">
                <a:solidFill>
                  <a:srgbClr val="F5EEE1"/>
                </a:solidFill>
                <a:latin typeface="DejaVu Sans"/>
                <a:ea typeface="DejaVu Sans"/>
                <a:cs typeface="DejaVu Sans"/>
              </a:rPr>
              <a:t>Explore the chart and its interpretation</a:t>
            </a:r>
          </a:p>
        </p:txBody>
      </p:sp>
      <p:sp>
        <p:nvSpPr>
          <p:cNvPr id="7" name="step-2">
            <a:extLst xmlns:a="http://schemas.openxmlformats.org/drawingml/2006/main">
              <a:ext uri="{FF2B5EF4-FFF2-40B4-BE49-F238E27FC236}">
                <a16:creationId xmlns:a16="http://schemas.microsoft.com/office/drawing/2014/main" id="{6F825203-39F1-4D74-BEA1-082E9A354D7E}"/>
              </a:ext>
            </a:extLst>
          </p:cNvPr>
          <p:cNvSpPr>
            <a:spLocks xmlns:a="http://schemas.openxmlformats.org/drawingml/2006/main" noGrp="1"/>
          </p:cNvSpPr>
          <p:nvPr/>
        </p:nvSpPr>
        <p:spPr>
          <a:xfrm xmlns:a="http://schemas.openxmlformats.org/drawingml/2006/main">
            <a:off x="647700" y="4381500"/>
            <a:ext cx="61912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175" b="0">
                <a:solidFill>
                  <a:srgbClr val="E4C99E"/>
                </a:solidFill>
                <a:latin typeface="DejaVu Sans"/>
                <a:ea typeface="DejaVu Sans"/>
                <a:cs typeface="DejaVu Sans"/>
              </a:defRPr>
            </a:defPPr>
            <a:lvl1pPr>
              <a:defRPr sz="2175" b="0">
                <a:solidFill>
                  <a:srgbClr val="E4C99E"/>
                </a:solidFill>
                <a:latin typeface="DejaVu Sans"/>
                <a:ea typeface="DejaVu Sans"/>
                <a:cs typeface="DejaVu Sans"/>
              </a:defRPr>
            </a:lvl1pPr>
            <a:lvl2pPr>
              <a:defRPr sz="2175" b="0">
                <a:solidFill>
                  <a:srgbClr val="E4C99E"/>
                </a:solidFill>
                <a:latin typeface="DejaVu Sans"/>
                <a:ea typeface="DejaVu Sans"/>
                <a:cs typeface="DejaVu Sans"/>
              </a:defRPr>
            </a:lvl2pPr>
            <a:lvl3pPr>
              <a:defRPr sz="2175" b="0">
                <a:solidFill>
                  <a:srgbClr val="E4C99E"/>
                </a:solidFill>
                <a:latin typeface="DejaVu Sans"/>
                <a:ea typeface="DejaVu Sans"/>
                <a:cs typeface="DejaVu Sans"/>
              </a:defRPr>
            </a:lvl3pPr>
            <a:lvl4pPr>
              <a:defRPr sz="2175" b="0">
                <a:solidFill>
                  <a:srgbClr val="E4C99E"/>
                </a:solidFill>
                <a:latin typeface="DejaVu Sans"/>
                <a:ea typeface="DejaVu Sans"/>
                <a:cs typeface="DejaVu Sans"/>
              </a:defRPr>
            </a:lvl4pPr>
            <a:lvl5pPr>
              <a:defRPr sz="2175" b="0">
                <a:solidFill>
                  <a:srgbClr val="E4C99E"/>
                </a:solidFill>
                <a:latin typeface="DejaVu Sans"/>
                <a:ea typeface="DejaVu Sans"/>
                <a:cs typeface="DejaVu Sans"/>
              </a:defRPr>
            </a:lvl5pPr>
            <a:lvl6pPr>
              <a:defRPr sz="2175" b="0">
                <a:solidFill>
                  <a:srgbClr val="E4C99E"/>
                </a:solidFill>
                <a:latin typeface="DejaVu Sans"/>
                <a:ea typeface="DejaVu Sans"/>
                <a:cs typeface="DejaVu Sans"/>
              </a:defRPr>
            </a:lvl6pPr>
            <a:lvl7pPr>
              <a:defRPr sz="2175" b="0">
                <a:solidFill>
                  <a:srgbClr val="E4C99E"/>
                </a:solidFill>
                <a:latin typeface="DejaVu Sans"/>
                <a:ea typeface="DejaVu Sans"/>
                <a:cs typeface="DejaVu Sans"/>
              </a:defRPr>
            </a:lvl7pPr>
            <a:lvl8pPr>
              <a:defRPr sz="2175" b="0">
                <a:solidFill>
                  <a:srgbClr val="E4C99E"/>
                </a:solidFill>
                <a:latin typeface="DejaVu Sans"/>
                <a:ea typeface="DejaVu Sans"/>
                <a:cs typeface="DejaVu Sans"/>
              </a:defRPr>
            </a:lvl8pPr>
            <a:lvl9pPr>
              <a:defRPr sz="2175" b="0">
                <a:solidFill>
                  <a:srgbClr val="E4C99E"/>
                </a:solidFill>
                <a:latin typeface="DejaVu Sans"/>
                <a:ea typeface="DejaVu Sans"/>
                <a:cs typeface="DejaVu Sans"/>
              </a:defRPr>
            </a:lvl9pPr>
          </a:lstStyle>
          <a:p xmlns:a="http://schemas.openxmlformats.org/drawingml/2006/main">
            <a:pPr>
              <a:defRPr sz="2175" b="0">
                <a:solidFill>
                  <a:srgbClr val="E4C99E"/>
                </a:solidFill>
                <a:latin typeface="DejaVu Sans"/>
                <a:ea typeface="DejaVu Sans"/>
                <a:cs typeface="DejaVu Sans"/>
              </a:defRPr>
            </a:pPr>
            <a:r>
              <a:rPr sz="2175" b="0">
                <a:solidFill>
                  <a:srgbClr val="E4C99E"/>
                </a:solidFill>
                <a:latin typeface="DejaVu Sans"/>
                <a:ea typeface="DejaVu Sans"/>
                <a:cs typeface="DejaVu Sans"/>
              </a:rPr>
              <a:t>03</a:t>
            </a:r>
          </a:p>
        </p:txBody>
      </p:sp>
      <p:sp>
        <p:nvSpPr>
          <p:cNvPr id="8" name="body-2">
            <a:extLst xmlns:a="http://schemas.openxmlformats.org/drawingml/2006/main">
              <a:ext uri="{FF2B5EF4-FFF2-40B4-BE49-F238E27FC236}">
                <a16:creationId xmlns:a16="http://schemas.microsoft.com/office/drawing/2014/main" id="{19E25F9A-9A8B-47F7-B62E-6F3C4AA154A0}"/>
              </a:ext>
            </a:extLst>
          </p:cNvPr>
          <p:cNvSpPr>
            <a:spLocks xmlns:a="http://schemas.openxmlformats.org/drawingml/2006/main" noGrp="1"/>
          </p:cNvSpPr>
          <p:nvPr/>
        </p:nvSpPr>
        <p:spPr>
          <a:xfrm xmlns:a="http://schemas.openxmlformats.org/drawingml/2006/main">
            <a:off x="1409700" y="4381500"/>
            <a:ext cx="371475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950" b="0">
                <a:solidFill>
                  <a:srgbClr val="F5EEE1"/>
                </a:solidFill>
                <a:latin typeface="DejaVu Sans"/>
                <a:ea typeface="DejaVu Sans"/>
                <a:cs typeface="DejaVu Sans"/>
              </a:defRPr>
            </a:defPPr>
            <a:lvl1pPr>
              <a:defRPr sz="1950" b="0">
                <a:solidFill>
                  <a:srgbClr val="F5EEE1"/>
                </a:solidFill>
                <a:latin typeface="DejaVu Sans"/>
                <a:ea typeface="DejaVu Sans"/>
                <a:cs typeface="DejaVu Sans"/>
              </a:defRPr>
            </a:lvl1pPr>
            <a:lvl2pPr>
              <a:defRPr sz="1950" b="0">
                <a:solidFill>
                  <a:srgbClr val="F5EEE1"/>
                </a:solidFill>
                <a:latin typeface="DejaVu Sans"/>
                <a:ea typeface="DejaVu Sans"/>
                <a:cs typeface="DejaVu Sans"/>
              </a:defRPr>
            </a:lvl2pPr>
            <a:lvl3pPr>
              <a:defRPr sz="1950" b="0">
                <a:solidFill>
                  <a:srgbClr val="F5EEE1"/>
                </a:solidFill>
                <a:latin typeface="DejaVu Sans"/>
                <a:ea typeface="DejaVu Sans"/>
                <a:cs typeface="DejaVu Sans"/>
              </a:defRPr>
            </a:lvl3pPr>
            <a:lvl4pPr>
              <a:defRPr sz="1950" b="0">
                <a:solidFill>
                  <a:srgbClr val="F5EEE1"/>
                </a:solidFill>
                <a:latin typeface="DejaVu Sans"/>
                <a:ea typeface="DejaVu Sans"/>
                <a:cs typeface="DejaVu Sans"/>
              </a:defRPr>
            </a:lvl4pPr>
            <a:lvl5pPr>
              <a:defRPr sz="1950" b="0">
                <a:solidFill>
                  <a:srgbClr val="F5EEE1"/>
                </a:solidFill>
                <a:latin typeface="DejaVu Sans"/>
                <a:ea typeface="DejaVu Sans"/>
                <a:cs typeface="DejaVu Sans"/>
              </a:defRPr>
            </a:lvl5pPr>
            <a:lvl6pPr>
              <a:defRPr sz="1950" b="0">
                <a:solidFill>
                  <a:srgbClr val="F5EEE1"/>
                </a:solidFill>
                <a:latin typeface="DejaVu Sans"/>
                <a:ea typeface="DejaVu Sans"/>
                <a:cs typeface="DejaVu Sans"/>
              </a:defRPr>
            </a:lvl6pPr>
            <a:lvl7pPr>
              <a:defRPr sz="1950" b="0">
                <a:solidFill>
                  <a:srgbClr val="F5EEE1"/>
                </a:solidFill>
                <a:latin typeface="DejaVu Sans"/>
                <a:ea typeface="DejaVu Sans"/>
                <a:cs typeface="DejaVu Sans"/>
              </a:defRPr>
            </a:lvl7pPr>
            <a:lvl8pPr>
              <a:defRPr sz="1950" b="0">
                <a:solidFill>
                  <a:srgbClr val="F5EEE1"/>
                </a:solidFill>
                <a:latin typeface="DejaVu Sans"/>
                <a:ea typeface="DejaVu Sans"/>
                <a:cs typeface="DejaVu Sans"/>
              </a:defRPr>
            </a:lvl8pPr>
            <a:lvl9pPr>
              <a:defRPr sz="1950" b="0">
                <a:solidFill>
                  <a:srgbClr val="F5EEE1"/>
                </a:solidFill>
                <a:latin typeface="DejaVu Sans"/>
                <a:ea typeface="DejaVu Sans"/>
                <a:cs typeface="DejaVu Sans"/>
              </a:defRPr>
            </a:lvl9pPr>
          </a:lstStyle>
          <a:p xmlns:a="http://schemas.openxmlformats.org/drawingml/2006/main">
            <a:pPr>
              <a:defRPr sz="1950" b="0">
                <a:solidFill>
                  <a:srgbClr val="F5EEE1"/>
                </a:solidFill>
                <a:latin typeface="DejaVu Sans"/>
                <a:ea typeface="DejaVu Sans"/>
                <a:cs typeface="DejaVu Sans"/>
              </a:defRPr>
            </a:pPr>
            <a:r>
              <a:rPr sz="1950" b="0">
                <a:solidFill>
                  <a:srgbClr val="F5EEE1"/>
                </a:solidFill>
                <a:latin typeface="DejaVu Sans"/>
                <a:ea typeface="DejaVu Sans"/>
                <a:cs typeface="DejaVu Sans"/>
              </a:rPr>
              <a:t>Keep the report as a PDF</a:t>
            </a:r>
          </a:p>
        </p:txBody>
      </p:sp>
      <p:pic>
        <p:nvPicPr>
          <p:cNvPr id="9" name="">
            <a:extLst xmlns:a="http://schemas.openxmlformats.org/drawingml/2006/main">
              <a:ext uri="{FF2B5EF4-FFF2-40B4-BE49-F238E27FC236}">
                <a16:creationId xmlns:a16="http://schemas.microsoft.com/office/drawing/2014/main" id="{3800305E-3004-4DAA-ABD5-383AB9E9DF8B}"/>
              </a:ext>
            </a:extLst>
          </p:cNvPr>
          <p:cNvPicPr>
            <a:picLocks xmlns:a="http://schemas.openxmlformats.org/drawingml/2006/main" noChangeAspect="1"/>
          </p:cNvPicPr>
          <p:nvPr/>
        </p:nvPicPr>
        <p:blipFill>
          <a:blip xmlns:r="http://schemas.openxmlformats.org/officeDocument/2006/relationships" xmlns:a="http://schemas.openxmlformats.org/drawingml/2006/main" r:embed="Reb79e24c825a4f7f"/>
          <a:stretch xmlns:a="http://schemas.openxmlformats.org/drawingml/2006/main"/>
        </p:blipFill>
        <p:spPr>
          <a:xfrm xmlns:a="http://schemas.openxmlformats.org/drawingml/2006/main">
            <a:off x="5715000" y="1984498"/>
            <a:ext cx="5810250" cy="3270003"/>
          </a:xfrm>
          <a:prstGeom xmlns:a="http://schemas.openxmlformats.org/drawingml/2006/main" prst="rect">
            <a:avLst/>
          </a:prstGeom>
        </p:spPr>
      </p:pic>
      <p:sp>
        <p:nvSpPr>
          <p:cNvPr id="10" name="disclosure">
            <a:extLst xmlns:a="http://schemas.openxmlformats.org/drawingml/2006/main">
              <a:ext uri="{FF2B5EF4-FFF2-40B4-BE49-F238E27FC236}">
                <a16:creationId xmlns:a16="http://schemas.microsoft.com/office/drawing/2014/main" id="{E70FDD8B-6C70-4DD0-9C73-5F05245A45B0}"/>
              </a:ext>
            </a:extLst>
          </p:cNvPr>
          <p:cNvSpPr>
            <a:spLocks xmlns:a="http://schemas.openxmlformats.org/drawingml/2006/main" noGrp="1"/>
          </p:cNvSpPr>
          <p:nvPr/>
        </p:nvSpPr>
        <p:spPr>
          <a:xfrm xmlns:a="http://schemas.openxmlformats.org/drawingml/2006/main">
            <a:off x="6191250" y="5619750"/>
            <a:ext cx="4953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500" b="0">
                <a:solidFill>
                  <a:srgbClr val="C8CFDC"/>
                </a:solidFill>
                <a:latin typeface="DejaVu Sans"/>
                <a:ea typeface="DejaVu Sans"/>
                <a:cs typeface="DejaVu Sans"/>
              </a:defRPr>
            </a:defPPr>
            <a:lvl1pPr>
              <a:defRPr sz="1500" b="0">
                <a:solidFill>
                  <a:srgbClr val="C8CFDC"/>
                </a:solidFill>
                <a:latin typeface="DejaVu Sans"/>
                <a:ea typeface="DejaVu Sans"/>
                <a:cs typeface="DejaVu Sans"/>
              </a:defRPr>
            </a:lvl1pPr>
            <a:lvl2pPr>
              <a:defRPr sz="1500" b="0">
                <a:solidFill>
                  <a:srgbClr val="C8CFDC"/>
                </a:solidFill>
                <a:latin typeface="DejaVu Sans"/>
                <a:ea typeface="DejaVu Sans"/>
                <a:cs typeface="DejaVu Sans"/>
              </a:defRPr>
            </a:lvl2pPr>
            <a:lvl3pPr>
              <a:defRPr sz="1500" b="0">
                <a:solidFill>
                  <a:srgbClr val="C8CFDC"/>
                </a:solidFill>
                <a:latin typeface="DejaVu Sans"/>
                <a:ea typeface="DejaVu Sans"/>
                <a:cs typeface="DejaVu Sans"/>
              </a:defRPr>
            </a:lvl3pPr>
            <a:lvl4pPr>
              <a:defRPr sz="1500" b="0">
                <a:solidFill>
                  <a:srgbClr val="C8CFDC"/>
                </a:solidFill>
                <a:latin typeface="DejaVu Sans"/>
                <a:ea typeface="DejaVu Sans"/>
                <a:cs typeface="DejaVu Sans"/>
              </a:defRPr>
            </a:lvl4pPr>
            <a:lvl5pPr>
              <a:defRPr sz="1500" b="0">
                <a:solidFill>
                  <a:srgbClr val="C8CFDC"/>
                </a:solidFill>
                <a:latin typeface="DejaVu Sans"/>
                <a:ea typeface="DejaVu Sans"/>
                <a:cs typeface="DejaVu Sans"/>
              </a:defRPr>
            </a:lvl5pPr>
            <a:lvl6pPr>
              <a:defRPr sz="1500" b="0">
                <a:solidFill>
                  <a:srgbClr val="C8CFDC"/>
                </a:solidFill>
                <a:latin typeface="DejaVu Sans"/>
                <a:ea typeface="DejaVu Sans"/>
                <a:cs typeface="DejaVu Sans"/>
              </a:defRPr>
            </a:lvl6pPr>
            <a:lvl7pPr>
              <a:defRPr sz="1500" b="0">
                <a:solidFill>
                  <a:srgbClr val="C8CFDC"/>
                </a:solidFill>
                <a:latin typeface="DejaVu Sans"/>
                <a:ea typeface="DejaVu Sans"/>
                <a:cs typeface="DejaVu Sans"/>
              </a:defRPr>
            </a:lvl7pPr>
            <a:lvl8pPr>
              <a:defRPr sz="1500" b="0">
                <a:solidFill>
                  <a:srgbClr val="C8CFDC"/>
                </a:solidFill>
                <a:latin typeface="DejaVu Sans"/>
                <a:ea typeface="DejaVu Sans"/>
                <a:cs typeface="DejaVu Sans"/>
              </a:defRPr>
            </a:lvl8pPr>
            <a:lvl9pPr>
              <a:defRPr sz="1500" b="0">
                <a:solidFill>
                  <a:srgbClr val="C8CFDC"/>
                </a:solidFill>
                <a:latin typeface="DejaVu Sans"/>
                <a:ea typeface="DejaVu Sans"/>
                <a:cs typeface="DejaVu Sans"/>
              </a:defRPr>
            </a:lvl9pPr>
          </a:lstStyle>
          <a:p xmlns:a="http://schemas.openxmlformats.org/drawingml/2006/main">
            <a:pPr>
              <a:defRPr sz="1500" b="0">
                <a:solidFill>
                  <a:srgbClr val="C8CFDC"/>
                </a:solidFill>
                <a:latin typeface="DejaVu Sans"/>
                <a:ea typeface="DejaVu Sans"/>
                <a:cs typeface="DejaVu Sans"/>
              </a:defRPr>
            </a:pPr>
            <a:r>
              <a:rPr sz="1500" b="0">
                <a:solidFill>
                  <a:srgbClr val="C8CFDC"/>
                </a:solidFill>
                <a:latin typeface="DejaVu Sans"/>
                <a:ea typeface="DejaVu Sans"/>
                <a:cs typeface="DejaVu Sans"/>
              </a:rPr>
              <a:t>Illustrative layout</a:t>
            </a:r>
          </a:p>
        </p:txBody>
      </p:sp>
      <p:sp>
        <p:nvSpPr>
          <p:cNvPr id="11" name="page">
            <a:extLst xmlns:a="http://schemas.openxmlformats.org/drawingml/2006/main">
              <a:ext uri="{FF2B5EF4-FFF2-40B4-BE49-F238E27FC236}">
                <a16:creationId xmlns:a16="http://schemas.microsoft.com/office/drawing/2014/main" id="{F1C95F33-BD25-4A4A-8C62-33610202B0C3}"/>
              </a:ext>
            </a:extLst>
          </p:cNvPr>
          <p:cNvSpPr>
            <a:spLocks xmlns:a="http://schemas.openxmlformats.org/drawingml/2006/main" noGrp="1"/>
          </p:cNvSpPr>
          <p:nvPr/>
        </p:nvSpPr>
        <p:spPr>
          <a:xfrm xmlns:a="http://schemas.openxmlformats.org/drawingml/2006/main">
            <a:off x="11001375" y="6296025"/>
            <a:ext cx="762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00" b="0">
                <a:solidFill>
                  <a:srgbClr val="AAB4C8"/>
                </a:solidFill>
                <a:latin typeface="DejaVu Sans"/>
                <a:ea typeface="DejaVu Sans"/>
                <a:cs typeface="DejaVu Sans"/>
              </a:defRPr>
            </a:defPPr>
            <a:lvl1pPr>
              <a:defRPr sz="1200" b="0">
                <a:solidFill>
                  <a:srgbClr val="AAB4C8"/>
                </a:solidFill>
                <a:latin typeface="DejaVu Sans"/>
                <a:ea typeface="DejaVu Sans"/>
                <a:cs typeface="DejaVu Sans"/>
              </a:defRPr>
            </a:lvl1pPr>
            <a:lvl2pPr>
              <a:defRPr sz="1200" b="0">
                <a:solidFill>
                  <a:srgbClr val="AAB4C8"/>
                </a:solidFill>
                <a:latin typeface="DejaVu Sans"/>
                <a:ea typeface="DejaVu Sans"/>
                <a:cs typeface="DejaVu Sans"/>
              </a:defRPr>
            </a:lvl2pPr>
            <a:lvl3pPr>
              <a:defRPr sz="1200" b="0">
                <a:solidFill>
                  <a:srgbClr val="AAB4C8"/>
                </a:solidFill>
                <a:latin typeface="DejaVu Sans"/>
                <a:ea typeface="DejaVu Sans"/>
                <a:cs typeface="DejaVu Sans"/>
              </a:defRPr>
            </a:lvl3pPr>
            <a:lvl4pPr>
              <a:defRPr sz="1200" b="0">
                <a:solidFill>
                  <a:srgbClr val="AAB4C8"/>
                </a:solidFill>
                <a:latin typeface="DejaVu Sans"/>
                <a:ea typeface="DejaVu Sans"/>
                <a:cs typeface="DejaVu Sans"/>
              </a:defRPr>
            </a:lvl4pPr>
            <a:lvl5pPr>
              <a:defRPr sz="1200" b="0">
                <a:solidFill>
                  <a:srgbClr val="AAB4C8"/>
                </a:solidFill>
                <a:latin typeface="DejaVu Sans"/>
                <a:ea typeface="DejaVu Sans"/>
                <a:cs typeface="DejaVu Sans"/>
              </a:defRPr>
            </a:lvl5pPr>
            <a:lvl6pPr>
              <a:defRPr sz="1200" b="0">
                <a:solidFill>
                  <a:srgbClr val="AAB4C8"/>
                </a:solidFill>
                <a:latin typeface="DejaVu Sans"/>
                <a:ea typeface="DejaVu Sans"/>
                <a:cs typeface="DejaVu Sans"/>
              </a:defRPr>
            </a:lvl6pPr>
            <a:lvl7pPr>
              <a:defRPr sz="1200" b="0">
                <a:solidFill>
                  <a:srgbClr val="AAB4C8"/>
                </a:solidFill>
                <a:latin typeface="DejaVu Sans"/>
                <a:ea typeface="DejaVu Sans"/>
                <a:cs typeface="DejaVu Sans"/>
              </a:defRPr>
            </a:lvl7pPr>
            <a:lvl8pPr>
              <a:defRPr sz="1200" b="0">
                <a:solidFill>
                  <a:srgbClr val="AAB4C8"/>
                </a:solidFill>
                <a:latin typeface="DejaVu Sans"/>
                <a:ea typeface="DejaVu Sans"/>
                <a:cs typeface="DejaVu Sans"/>
              </a:defRPr>
            </a:lvl8pPr>
            <a:lvl9pPr>
              <a:defRPr sz="1200" b="0">
                <a:solidFill>
                  <a:srgbClr val="AAB4C8"/>
                </a:solidFill>
                <a:latin typeface="DejaVu Sans"/>
                <a:ea typeface="DejaVu Sans"/>
                <a:cs typeface="DejaVu Sans"/>
              </a:defRPr>
            </a:lvl9pPr>
          </a:lstStyle>
          <a:p xmlns:a="http://schemas.openxmlformats.org/drawingml/2006/main">
            <a:pPr>
              <a:defRPr sz="1200" b="0">
                <a:solidFill>
                  <a:srgbClr val="AAB4C8"/>
                </a:solidFill>
                <a:latin typeface="DejaVu Sans"/>
                <a:ea typeface="DejaVu Sans"/>
                <a:cs typeface="DejaVu Sans"/>
              </a:defRPr>
            </a:pPr>
            <a:r>
              <a:rPr sz="1200" b="0">
                <a:solidFill>
                  <a:srgbClr val="AAB4C8"/>
                </a:solidFill>
                <a:latin typeface="DejaVu Sans"/>
                <a:ea typeface="DejaVu Sans"/>
                <a:cs typeface="DejaVu Sans"/>
              </a:rPr>
              <a:t>3 / 7</a:t>
            </a:r>
          </a:p>
        </p:txBody>
      </p:sp>
    </p:spTree>
    <p:extLst>
      <p:ext uri="{BB962C8B-B14F-4D97-AF65-F5344CB8AC3E}">
        <p14:creationId xmlns:p14="http://schemas.microsoft.com/office/powerpoint/2010/main" val="833339278"/>
      </p:ext>
    </p:extLst>
  </p:cSld>
  <p:transition spd="med" advTm="10000">
    <p:fade/>
  </p:transition>
</p:sld>
</file>

<file path=ppt/slides/slide4.xml><?xml version="1.0" encoding="utf-8"?>
<p:sld xmlns:p="http://schemas.openxmlformats.org/presentationml/2006/main">
  <p:cSld>
    <p:bg>
      <p:bgPr>
        <a:solidFill xmlns:a="http://schemas.openxmlformats.org/drawingml/2006/main">
          <a:srgbClr val="111C33"/>
        </a:solidFill>
      </p:bgPr>
    </p:bg>
    <p:spTree>
      <p:nvGrpSpPr>
        <p:cNvPr id="1" name=""/>
        <p:cNvGrpSpPr/>
        <p:nvPr/>
      </p:nvGrpSpPr>
      <p:grpSpPr>
        <a:xfrm xmlns:a="http://schemas.openxmlformats.org/drawingml/2006/main"/>
      </p:grpSpPr>
      <p:sp>
        <p:nvSpPr>
          <p:cNvPr id="10" name="title">
            <a:extLst xmlns:a="http://schemas.openxmlformats.org/drawingml/2006/main">
              <a:ext uri="{FF2B5EF4-FFF2-40B4-BE49-F238E27FC236}">
                <a16:creationId xmlns:a16="http://schemas.microsoft.com/office/drawing/2014/main" id="{04FAE14D-580D-4C10-B458-5B391D938C85}"/>
              </a:ext>
            </a:extLst>
          </p:cNvPr>
          <p:cNvSpPr>
            <a:spLocks xmlns:a="http://schemas.openxmlformats.org/drawingml/2006/main" noGrp="1"/>
          </p:cNvSpPr>
          <p:nvPr/>
        </p:nvSpPr>
        <p:spPr>
          <a:xfrm xmlns:a="http://schemas.openxmlformats.org/drawingml/2006/main">
            <a:off x="609600" y="590550"/>
            <a:ext cx="106680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3300" b="1">
                <a:solidFill>
                  <a:srgbClr val="F7F2E8"/>
                </a:solidFill>
                <a:latin typeface="DejaVu Sans"/>
                <a:ea typeface="DejaVu Sans"/>
                <a:cs typeface="DejaVu Sans"/>
              </a:defRPr>
            </a:defPPr>
            <a:lvl1pPr>
              <a:defRPr sz="3300" b="1">
                <a:solidFill>
                  <a:srgbClr val="F7F2E8"/>
                </a:solidFill>
                <a:latin typeface="DejaVu Sans"/>
                <a:ea typeface="DejaVu Sans"/>
                <a:cs typeface="DejaVu Sans"/>
              </a:defRPr>
            </a:lvl1pPr>
            <a:lvl2pPr>
              <a:defRPr sz="3300" b="1">
                <a:solidFill>
                  <a:srgbClr val="F7F2E8"/>
                </a:solidFill>
                <a:latin typeface="DejaVu Sans"/>
                <a:ea typeface="DejaVu Sans"/>
                <a:cs typeface="DejaVu Sans"/>
              </a:defRPr>
            </a:lvl2pPr>
            <a:lvl3pPr>
              <a:defRPr sz="3300" b="1">
                <a:solidFill>
                  <a:srgbClr val="F7F2E8"/>
                </a:solidFill>
                <a:latin typeface="DejaVu Sans"/>
                <a:ea typeface="DejaVu Sans"/>
                <a:cs typeface="DejaVu Sans"/>
              </a:defRPr>
            </a:lvl3pPr>
            <a:lvl4pPr>
              <a:defRPr sz="3300" b="1">
                <a:solidFill>
                  <a:srgbClr val="F7F2E8"/>
                </a:solidFill>
                <a:latin typeface="DejaVu Sans"/>
                <a:ea typeface="DejaVu Sans"/>
                <a:cs typeface="DejaVu Sans"/>
              </a:defRPr>
            </a:lvl4pPr>
            <a:lvl5pPr>
              <a:defRPr sz="3300" b="1">
                <a:solidFill>
                  <a:srgbClr val="F7F2E8"/>
                </a:solidFill>
                <a:latin typeface="DejaVu Sans"/>
                <a:ea typeface="DejaVu Sans"/>
                <a:cs typeface="DejaVu Sans"/>
              </a:defRPr>
            </a:lvl5pPr>
            <a:lvl6pPr>
              <a:defRPr sz="3300" b="1">
                <a:solidFill>
                  <a:srgbClr val="F7F2E8"/>
                </a:solidFill>
                <a:latin typeface="DejaVu Sans"/>
                <a:ea typeface="DejaVu Sans"/>
                <a:cs typeface="DejaVu Sans"/>
              </a:defRPr>
            </a:lvl6pPr>
            <a:lvl7pPr>
              <a:defRPr sz="3300" b="1">
                <a:solidFill>
                  <a:srgbClr val="F7F2E8"/>
                </a:solidFill>
                <a:latin typeface="DejaVu Sans"/>
                <a:ea typeface="DejaVu Sans"/>
                <a:cs typeface="DejaVu Sans"/>
              </a:defRPr>
            </a:lvl7pPr>
            <a:lvl8pPr>
              <a:defRPr sz="3300" b="1">
                <a:solidFill>
                  <a:srgbClr val="F7F2E8"/>
                </a:solidFill>
                <a:latin typeface="DejaVu Sans"/>
                <a:ea typeface="DejaVu Sans"/>
                <a:cs typeface="DejaVu Sans"/>
              </a:defRPr>
            </a:lvl8pPr>
            <a:lvl9pPr>
              <a:defRPr sz="3300" b="1">
                <a:solidFill>
                  <a:srgbClr val="F7F2E8"/>
                </a:solidFill>
                <a:latin typeface="DejaVu Sans"/>
                <a:ea typeface="DejaVu Sans"/>
                <a:cs typeface="DejaVu Sans"/>
              </a:defRPr>
            </a:lvl9pPr>
          </a:lstStyle>
          <a:p xmlns:a="http://schemas.openxmlformats.org/drawingml/2006/main">
            <a:pPr>
              <a:defRPr sz="3300" b="1">
                <a:solidFill>
                  <a:srgbClr val="F7F2E8"/>
                </a:solidFill>
                <a:latin typeface="DejaVu Sans"/>
                <a:ea typeface="DejaVu Sans"/>
                <a:cs typeface="DejaVu Sans"/>
              </a:defRPr>
            </a:pPr>
            <a:r>
              <a:rPr sz="3300" b="1">
                <a:solidFill>
                  <a:srgbClr val="F7F2E8"/>
                </a:solidFill>
                <a:latin typeface="DejaVu Sans"/>
                <a:ea typeface="DejaVu Sans"/>
                <a:cs typeface="DejaVu Sans"/>
              </a:rPr>
              <a:t>Built with Emergent</a:t>
            </a:r>
          </a:p>
        </p:txBody>
      </p:sp>
      <p:sp>
        <p:nvSpPr>
          <p:cNvPr id="2" name="subtitle">
            <a:extLst xmlns:a="http://schemas.openxmlformats.org/drawingml/2006/main">
              <a:ext uri="{FF2B5EF4-FFF2-40B4-BE49-F238E27FC236}">
                <a16:creationId xmlns:a16="http://schemas.microsoft.com/office/drawing/2014/main" id="{9F5B498D-5516-46F4-AE44-3F12E0433F40}"/>
              </a:ext>
            </a:extLst>
          </p:cNvPr>
          <p:cNvSpPr>
            <a:spLocks xmlns:a="http://schemas.openxmlformats.org/drawingml/2006/main" noGrp="1"/>
          </p:cNvSpPr>
          <p:nvPr/>
        </p:nvSpPr>
        <p:spPr>
          <a:xfrm xmlns:a="http://schemas.openxmlformats.org/drawingml/2006/main">
            <a:off x="647700" y="1619250"/>
            <a:ext cx="10477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550" b="0">
                <a:solidFill>
                  <a:srgbClr val="E4C99E"/>
                </a:solidFill>
                <a:latin typeface="DejaVu Sans"/>
                <a:ea typeface="DejaVu Sans"/>
                <a:cs typeface="DejaVu Sans"/>
              </a:defRPr>
            </a:defPPr>
            <a:lvl1pPr>
              <a:defRPr sz="2550" b="0">
                <a:solidFill>
                  <a:srgbClr val="E4C99E"/>
                </a:solidFill>
                <a:latin typeface="DejaVu Sans"/>
                <a:ea typeface="DejaVu Sans"/>
                <a:cs typeface="DejaVu Sans"/>
              </a:defRPr>
            </a:lvl1pPr>
            <a:lvl2pPr>
              <a:defRPr sz="2550" b="0">
                <a:solidFill>
                  <a:srgbClr val="E4C99E"/>
                </a:solidFill>
                <a:latin typeface="DejaVu Sans"/>
                <a:ea typeface="DejaVu Sans"/>
                <a:cs typeface="DejaVu Sans"/>
              </a:defRPr>
            </a:lvl2pPr>
            <a:lvl3pPr>
              <a:defRPr sz="2550" b="0">
                <a:solidFill>
                  <a:srgbClr val="E4C99E"/>
                </a:solidFill>
                <a:latin typeface="DejaVu Sans"/>
                <a:ea typeface="DejaVu Sans"/>
                <a:cs typeface="DejaVu Sans"/>
              </a:defRPr>
            </a:lvl3pPr>
            <a:lvl4pPr>
              <a:defRPr sz="2550" b="0">
                <a:solidFill>
                  <a:srgbClr val="E4C99E"/>
                </a:solidFill>
                <a:latin typeface="DejaVu Sans"/>
                <a:ea typeface="DejaVu Sans"/>
                <a:cs typeface="DejaVu Sans"/>
              </a:defRPr>
            </a:lvl4pPr>
            <a:lvl5pPr>
              <a:defRPr sz="2550" b="0">
                <a:solidFill>
                  <a:srgbClr val="E4C99E"/>
                </a:solidFill>
                <a:latin typeface="DejaVu Sans"/>
                <a:ea typeface="DejaVu Sans"/>
                <a:cs typeface="DejaVu Sans"/>
              </a:defRPr>
            </a:lvl5pPr>
            <a:lvl6pPr>
              <a:defRPr sz="2550" b="0">
                <a:solidFill>
                  <a:srgbClr val="E4C99E"/>
                </a:solidFill>
                <a:latin typeface="DejaVu Sans"/>
                <a:ea typeface="DejaVu Sans"/>
                <a:cs typeface="DejaVu Sans"/>
              </a:defRPr>
            </a:lvl6pPr>
            <a:lvl7pPr>
              <a:defRPr sz="2550" b="0">
                <a:solidFill>
                  <a:srgbClr val="E4C99E"/>
                </a:solidFill>
                <a:latin typeface="DejaVu Sans"/>
                <a:ea typeface="DejaVu Sans"/>
                <a:cs typeface="DejaVu Sans"/>
              </a:defRPr>
            </a:lvl7pPr>
            <a:lvl8pPr>
              <a:defRPr sz="2550" b="0">
                <a:solidFill>
                  <a:srgbClr val="E4C99E"/>
                </a:solidFill>
                <a:latin typeface="DejaVu Sans"/>
                <a:ea typeface="DejaVu Sans"/>
                <a:cs typeface="DejaVu Sans"/>
              </a:defRPr>
            </a:lvl8pPr>
            <a:lvl9pPr>
              <a:defRPr sz="2550" b="0">
                <a:solidFill>
                  <a:srgbClr val="E4C99E"/>
                </a:solidFill>
                <a:latin typeface="DejaVu Sans"/>
                <a:ea typeface="DejaVu Sans"/>
                <a:cs typeface="DejaVu Sans"/>
              </a:defRPr>
            </a:lvl9pPr>
          </a:lstStyle>
          <a:p xmlns:a="http://schemas.openxmlformats.org/drawingml/2006/main">
            <a:pPr>
              <a:defRPr sz="2550" b="0">
                <a:solidFill>
                  <a:srgbClr val="E4C99E"/>
                </a:solidFill>
                <a:latin typeface="DejaVu Sans"/>
                <a:ea typeface="DejaVu Sans"/>
                <a:cs typeface="DejaVu Sans"/>
              </a:defRPr>
            </a:pPr>
            <a:r>
              <a:rPr sz="2550" b="0">
                <a:solidFill>
                  <a:srgbClr val="E4C99E"/>
                </a:solidFill>
                <a:latin typeface="DejaVu Sans"/>
                <a:ea typeface="DejaVu Sans"/>
                <a:cs typeface="DejaVu Sans"/>
              </a:rPr>
              <a:t>A connected application</a:t>
            </a:r>
          </a:p>
        </p:txBody>
      </p:sp>
      <p:sp>
        <p:nvSpPr>
          <p:cNvPr id="3" name="num-0">
            <a:extLst xmlns:a="http://schemas.openxmlformats.org/drawingml/2006/main">
              <a:ext uri="{FF2B5EF4-FFF2-40B4-BE49-F238E27FC236}">
                <a16:creationId xmlns:a16="http://schemas.microsoft.com/office/drawing/2014/main" id="{C4580D43-340C-4F54-A748-028294E212CB}"/>
              </a:ext>
            </a:extLst>
          </p:cNvPr>
          <p:cNvSpPr>
            <a:spLocks xmlns:a="http://schemas.openxmlformats.org/drawingml/2006/main" noGrp="1"/>
          </p:cNvSpPr>
          <p:nvPr/>
        </p:nvSpPr>
        <p:spPr>
          <a:xfrm xmlns:a="http://schemas.openxmlformats.org/drawingml/2006/main">
            <a:off x="647700" y="2905125"/>
            <a:ext cx="666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100" b="0">
                <a:solidFill>
                  <a:srgbClr val="E4C99E"/>
                </a:solidFill>
                <a:latin typeface="DejaVu Sans"/>
                <a:ea typeface="DejaVu Sans"/>
                <a:cs typeface="DejaVu Sans"/>
              </a:defRPr>
            </a:defPPr>
            <a:lvl1pPr>
              <a:defRPr sz="2100" b="0">
                <a:solidFill>
                  <a:srgbClr val="E4C99E"/>
                </a:solidFill>
                <a:latin typeface="DejaVu Sans"/>
                <a:ea typeface="DejaVu Sans"/>
                <a:cs typeface="DejaVu Sans"/>
              </a:defRPr>
            </a:lvl1pPr>
            <a:lvl2pPr>
              <a:defRPr sz="2100" b="0">
                <a:solidFill>
                  <a:srgbClr val="E4C99E"/>
                </a:solidFill>
                <a:latin typeface="DejaVu Sans"/>
                <a:ea typeface="DejaVu Sans"/>
                <a:cs typeface="DejaVu Sans"/>
              </a:defRPr>
            </a:lvl2pPr>
            <a:lvl3pPr>
              <a:defRPr sz="2100" b="0">
                <a:solidFill>
                  <a:srgbClr val="E4C99E"/>
                </a:solidFill>
                <a:latin typeface="DejaVu Sans"/>
                <a:ea typeface="DejaVu Sans"/>
                <a:cs typeface="DejaVu Sans"/>
              </a:defRPr>
            </a:lvl3pPr>
            <a:lvl4pPr>
              <a:defRPr sz="2100" b="0">
                <a:solidFill>
                  <a:srgbClr val="E4C99E"/>
                </a:solidFill>
                <a:latin typeface="DejaVu Sans"/>
                <a:ea typeface="DejaVu Sans"/>
                <a:cs typeface="DejaVu Sans"/>
              </a:defRPr>
            </a:lvl4pPr>
            <a:lvl5pPr>
              <a:defRPr sz="2100" b="0">
                <a:solidFill>
                  <a:srgbClr val="E4C99E"/>
                </a:solidFill>
                <a:latin typeface="DejaVu Sans"/>
                <a:ea typeface="DejaVu Sans"/>
                <a:cs typeface="DejaVu Sans"/>
              </a:defRPr>
            </a:lvl5pPr>
            <a:lvl6pPr>
              <a:defRPr sz="2100" b="0">
                <a:solidFill>
                  <a:srgbClr val="E4C99E"/>
                </a:solidFill>
                <a:latin typeface="DejaVu Sans"/>
                <a:ea typeface="DejaVu Sans"/>
                <a:cs typeface="DejaVu Sans"/>
              </a:defRPr>
            </a:lvl6pPr>
            <a:lvl7pPr>
              <a:defRPr sz="2100" b="0">
                <a:solidFill>
                  <a:srgbClr val="E4C99E"/>
                </a:solidFill>
                <a:latin typeface="DejaVu Sans"/>
                <a:ea typeface="DejaVu Sans"/>
                <a:cs typeface="DejaVu Sans"/>
              </a:defRPr>
            </a:lvl7pPr>
            <a:lvl8pPr>
              <a:defRPr sz="2100" b="0">
                <a:solidFill>
                  <a:srgbClr val="E4C99E"/>
                </a:solidFill>
                <a:latin typeface="DejaVu Sans"/>
                <a:ea typeface="DejaVu Sans"/>
                <a:cs typeface="DejaVu Sans"/>
              </a:defRPr>
            </a:lvl8pPr>
            <a:lvl9pPr>
              <a:defRPr sz="2100" b="0">
                <a:solidFill>
                  <a:srgbClr val="E4C99E"/>
                </a:solidFill>
                <a:latin typeface="DejaVu Sans"/>
                <a:ea typeface="DejaVu Sans"/>
                <a:cs typeface="DejaVu Sans"/>
              </a:defRPr>
            </a:lvl9pPr>
          </a:lstStyle>
          <a:p xmlns:a="http://schemas.openxmlformats.org/drawingml/2006/main">
            <a:pPr>
              <a:defRPr sz="2100" b="0">
                <a:solidFill>
                  <a:srgbClr val="E4C99E"/>
                </a:solidFill>
                <a:latin typeface="DejaVu Sans"/>
                <a:ea typeface="DejaVu Sans"/>
                <a:cs typeface="DejaVu Sans"/>
              </a:defRPr>
            </a:pPr>
            <a:r>
              <a:rPr sz="2100" b="0">
                <a:solidFill>
                  <a:srgbClr val="E4C99E"/>
                </a:solidFill>
                <a:latin typeface="DejaVu Sans"/>
                <a:ea typeface="DejaVu Sans"/>
                <a:cs typeface="DejaVu Sans"/>
              </a:rPr>
              <a:t>01</a:t>
            </a:r>
          </a:p>
        </p:txBody>
      </p:sp>
      <p:sp>
        <p:nvSpPr>
          <p:cNvPr id="4" name="body-0">
            <a:extLst xmlns:a="http://schemas.openxmlformats.org/drawingml/2006/main">
              <a:ext uri="{FF2B5EF4-FFF2-40B4-BE49-F238E27FC236}">
                <a16:creationId xmlns:a16="http://schemas.microsoft.com/office/drawing/2014/main" id="{C17C5799-E0F9-4B13-B694-B249FBB417AC}"/>
              </a:ext>
            </a:extLst>
          </p:cNvPr>
          <p:cNvSpPr>
            <a:spLocks xmlns:a="http://schemas.openxmlformats.org/drawingml/2006/main" noGrp="1"/>
          </p:cNvSpPr>
          <p:nvPr/>
        </p:nvSpPr>
        <p:spPr>
          <a:xfrm xmlns:a="http://schemas.openxmlformats.org/drawingml/2006/main">
            <a:off x="1571625" y="2905125"/>
            <a:ext cx="9334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250" b="0">
                <a:solidFill>
                  <a:srgbClr val="F5EEE1"/>
                </a:solidFill>
                <a:latin typeface="DejaVu Sans"/>
                <a:ea typeface="DejaVu Sans"/>
                <a:cs typeface="DejaVu Sans"/>
              </a:defRPr>
            </a:defPPr>
            <a:lvl1pPr>
              <a:defRPr sz="2250" b="0">
                <a:solidFill>
                  <a:srgbClr val="F5EEE1"/>
                </a:solidFill>
                <a:latin typeface="DejaVu Sans"/>
                <a:ea typeface="DejaVu Sans"/>
                <a:cs typeface="DejaVu Sans"/>
              </a:defRPr>
            </a:lvl1pPr>
            <a:lvl2pPr>
              <a:defRPr sz="2250" b="0">
                <a:solidFill>
                  <a:srgbClr val="F5EEE1"/>
                </a:solidFill>
                <a:latin typeface="DejaVu Sans"/>
                <a:ea typeface="DejaVu Sans"/>
                <a:cs typeface="DejaVu Sans"/>
              </a:defRPr>
            </a:lvl2pPr>
            <a:lvl3pPr>
              <a:defRPr sz="2250" b="0">
                <a:solidFill>
                  <a:srgbClr val="F5EEE1"/>
                </a:solidFill>
                <a:latin typeface="DejaVu Sans"/>
                <a:ea typeface="DejaVu Sans"/>
                <a:cs typeface="DejaVu Sans"/>
              </a:defRPr>
            </a:lvl3pPr>
            <a:lvl4pPr>
              <a:defRPr sz="2250" b="0">
                <a:solidFill>
                  <a:srgbClr val="F5EEE1"/>
                </a:solidFill>
                <a:latin typeface="DejaVu Sans"/>
                <a:ea typeface="DejaVu Sans"/>
                <a:cs typeface="DejaVu Sans"/>
              </a:defRPr>
            </a:lvl4pPr>
            <a:lvl5pPr>
              <a:defRPr sz="2250" b="0">
                <a:solidFill>
                  <a:srgbClr val="F5EEE1"/>
                </a:solidFill>
                <a:latin typeface="DejaVu Sans"/>
                <a:ea typeface="DejaVu Sans"/>
                <a:cs typeface="DejaVu Sans"/>
              </a:defRPr>
            </a:lvl5pPr>
            <a:lvl6pPr>
              <a:defRPr sz="2250" b="0">
                <a:solidFill>
                  <a:srgbClr val="F5EEE1"/>
                </a:solidFill>
                <a:latin typeface="DejaVu Sans"/>
                <a:ea typeface="DejaVu Sans"/>
                <a:cs typeface="DejaVu Sans"/>
              </a:defRPr>
            </a:lvl6pPr>
            <a:lvl7pPr>
              <a:defRPr sz="2250" b="0">
                <a:solidFill>
                  <a:srgbClr val="F5EEE1"/>
                </a:solidFill>
                <a:latin typeface="DejaVu Sans"/>
                <a:ea typeface="DejaVu Sans"/>
                <a:cs typeface="DejaVu Sans"/>
              </a:defRPr>
            </a:lvl7pPr>
            <a:lvl8pPr>
              <a:defRPr sz="2250" b="0">
                <a:solidFill>
                  <a:srgbClr val="F5EEE1"/>
                </a:solidFill>
                <a:latin typeface="DejaVu Sans"/>
                <a:ea typeface="DejaVu Sans"/>
                <a:cs typeface="DejaVu Sans"/>
              </a:defRPr>
            </a:lvl8pPr>
            <a:lvl9pPr>
              <a:defRPr sz="2250" b="0">
                <a:solidFill>
                  <a:srgbClr val="F5EEE1"/>
                </a:solidFill>
                <a:latin typeface="DejaVu Sans"/>
                <a:ea typeface="DejaVu Sans"/>
                <a:cs typeface="DejaVu Sans"/>
              </a:defRPr>
            </a:lvl9pPr>
          </a:lstStyle>
          <a:p xmlns:a="http://schemas.openxmlformats.org/drawingml/2006/main">
            <a:pPr>
              <a:defRPr sz="2250" b="0">
                <a:solidFill>
                  <a:srgbClr val="F5EEE1"/>
                </a:solidFill>
                <a:latin typeface="DejaVu Sans"/>
                <a:ea typeface="DejaVu Sans"/>
                <a:cs typeface="DejaVu Sans"/>
              </a:defRPr>
            </a:pPr>
            <a:r>
              <a:rPr sz="2250" b="0">
                <a:solidFill>
                  <a:srgbClr val="F5EEE1"/>
                </a:solidFill>
                <a:latin typeface="DejaVu Sans"/>
                <a:ea typeface="DejaVu Sans"/>
                <a:cs typeface="DejaVu Sans"/>
              </a:rPr>
              <a:t>Application interface and user journey</a:t>
            </a:r>
          </a:p>
        </p:txBody>
      </p:sp>
      <p:sp>
        <p:nvSpPr>
          <p:cNvPr id="5" name="num-1">
            <a:extLst xmlns:a="http://schemas.openxmlformats.org/drawingml/2006/main">
              <a:ext uri="{FF2B5EF4-FFF2-40B4-BE49-F238E27FC236}">
                <a16:creationId xmlns:a16="http://schemas.microsoft.com/office/drawing/2014/main" id="{E2C0228C-C484-4E6C-A3A7-97A068F033D0}"/>
              </a:ext>
            </a:extLst>
          </p:cNvPr>
          <p:cNvSpPr>
            <a:spLocks xmlns:a="http://schemas.openxmlformats.org/drawingml/2006/main" noGrp="1"/>
          </p:cNvSpPr>
          <p:nvPr/>
        </p:nvSpPr>
        <p:spPr>
          <a:xfrm xmlns:a="http://schemas.openxmlformats.org/drawingml/2006/main">
            <a:off x="647700" y="3819525"/>
            <a:ext cx="666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100" b="0">
                <a:solidFill>
                  <a:srgbClr val="E4C99E"/>
                </a:solidFill>
                <a:latin typeface="DejaVu Sans"/>
                <a:ea typeface="DejaVu Sans"/>
                <a:cs typeface="DejaVu Sans"/>
              </a:defRPr>
            </a:defPPr>
            <a:lvl1pPr>
              <a:defRPr sz="2100" b="0">
                <a:solidFill>
                  <a:srgbClr val="E4C99E"/>
                </a:solidFill>
                <a:latin typeface="DejaVu Sans"/>
                <a:ea typeface="DejaVu Sans"/>
                <a:cs typeface="DejaVu Sans"/>
              </a:defRPr>
            </a:lvl1pPr>
            <a:lvl2pPr>
              <a:defRPr sz="2100" b="0">
                <a:solidFill>
                  <a:srgbClr val="E4C99E"/>
                </a:solidFill>
                <a:latin typeface="DejaVu Sans"/>
                <a:ea typeface="DejaVu Sans"/>
                <a:cs typeface="DejaVu Sans"/>
              </a:defRPr>
            </a:lvl2pPr>
            <a:lvl3pPr>
              <a:defRPr sz="2100" b="0">
                <a:solidFill>
                  <a:srgbClr val="E4C99E"/>
                </a:solidFill>
                <a:latin typeface="DejaVu Sans"/>
                <a:ea typeface="DejaVu Sans"/>
                <a:cs typeface="DejaVu Sans"/>
              </a:defRPr>
            </a:lvl3pPr>
            <a:lvl4pPr>
              <a:defRPr sz="2100" b="0">
                <a:solidFill>
                  <a:srgbClr val="E4C99E"/>
                </a:solidFill>
                <a:latin typeface="DejaVu Sans"/>
                <a:ea typeface="DejaVu Sans"/>
                <a:cs typeface="DejaVu Sans"/>
              </a:defRPr>
            </a:lvl4pPr>
            <a:lvl5pPr>
              <a:defRPr sz="2100" b="0">
                <a:solidFill>
                  <a:srgbClr val="E4C99E"/>
                </a:solidFill>
                <a:latin typeface="DejaVu Sans"/>
                <a:ea typeface="DejaVu Sans"/>
                <a:cs typeface="DejaVu Sans"/>
              </a:defRPr>
            </a:lvl5pPr>
            <a:lvl6pPr>
              <a:defRPr sz="2100" b="0">
                <a:solidFill>
                  <a:srgbClr val="E4C99E"/>
                </a:solidFill>
                <a:latin typeface="DejaVu Sans"/>
                <a:ea typeface="DejaVu Sans"/>
                <a:cs typeface="DejaVu Sans"/>
              </a:defRPr>
            </a:lvl6pPr>
            <a:lvl7pPr>
              <a:defRPr sz="2100" b="0">
                <a:solidFill>
                  <a:srgbClr val="E4C99E"/>
                </a:solidFill>
                <a:latin typeface="DejaVu Sans"/>
                <a:ea typeface="DejaVu Sans"/>
                <a:cs typeface="DejaVu Sans"/>
              </a:defRPr>
            </a:lvl7pPr>
            <a:lvl8pPr>
              <a:defRPr sz="2100" b="0">
                <a:solidFill>
                  <a:srgbClr val="E4C99E"/>
                </a:solidFill>
                <a:latin typeface="DejaVu Sans"/>
                <a:ea typeface="DejaVu Sans"/>
                <a:cs typeface="DejaVu Sans"/>
              </a:defRPr>
            </a:lvl8pPr>
            <a:lvl9pPr>
              <a:defRPr sz="2100" b="0">
                <a:solidFill>
                  <a:srgbClr val="E4C99E"/>
                </a:solidFill>
                <a:latin typeface="DejaVu Sans"/>
                <a:ea typeface="DejaVu Sans"/>
                <a:cs typeface="DejaVu Sans"/>
              </a:defRPr>
            </a:lvl9pPr>
          </a:lstStyle>
          <a:p xmlns:a="http://schemas.openxmlformats.org/drawingml/2006/main">
            <a:pPr>
              <a:defRPr sz="2100" b="0">
                <a:solidFill>
                  <a:srgbClr val="E4C99E"/>
                </a:solidFill>
                <a:latin typeface="DejaVu Sans"/>
                <a:ea typeface="DejaVu Sans"/>
                <a:cs typeface="DejaVu Sans"/>
              </a:defRPr>
            </a:pPr>
            <a:r>
              <a:rPr sz="2100" b="0">
                <a:solidFill>
                  <a:srgbClr val="E4C99E"/>
                </a:solidFill>
                <a:latin typeface="DejaVu Sans"/>
                <a:ea typeface="DejaVu Sans"/>
                <a:cs typeface="DejaVu Sans"/>
              </a:rPr>
              <a:t>02</a:t>
            </a:r>
          </a:p>
        </p:txBody>
      </p:sp>
      <p:sp>
        <p:nvSpPr>
          <p:cNvPr id="6" name="body-1">
            <a:extLst xmlns:a="http://schemas.openxmlformats.org/drawingml/2006/main">
              <a:ext uri="{FF2B5EF4-FFF2-40B4-BE49-F238E27FC236}">
                <a16:creationId xmlns:a16="http://schemas.microsoft.com/office/drawing/2014/main" id="{3506337A-A563-467B-8329-F14D5D215F0B}"/>
              </a:ext>
            </a:extLst>
          </p:cNvPr>
          <p:cNvSpPr>
            <a:spLocks xmlns:a="http://schemas.openxmlformats.org/drawingml/2006/main" noGrp="1"/>
          </p:cNvSpPr>
          <p:nvPr/>
        </p:nvSpPr>
        <p:spPr>
          <a:xfrm xmlns:a="http://schemas.openxmlformats.org/drawingml/2006/main">
            <a:off x="1571625" y="3819525"/>
            <a:ext cx="9334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250" b="0">
                <a:solidFill>
                  <a:srgbClr val="F5EEE1"/>
                </a:solidFill>
                <a:latin typeface="DejaVu Sans"/>
                <a:ea typeface="DejaVu Sans"/>
                <a:cs typeface="DejaVu Sans"/>
              </a:defRPr>
            </a:defPPr>
            <a:lvl1pPr>
              <a:defRPr sz="2250" b="0">
                <a:solidFill>
                  <a:srgbClr val="F5EEE1"/>
                </a:solidFill>
                <a:latin typeface="DejaVu Sans"/>
                <a:ea typeface="DejaVu Sans"/>
                <a:cs typeface="DejaVu Sans"/>
              </a:defRPr>
            </a:lvl1pPr>
            <a:lvl2pPr>
              <a:defRPr sz="2250" b="0">
                <a:solidFill>
                  <a:srgbClr val="F5EEE1"/>
                </a:solidFill>
                <a:latin typeface="DejaVu Sans"/>
                <a:ea typeface="DejaVu Sans"/>
                <a:cs typeface="DejaVu Sans"/>
              </a:defRPr>
            </a:lvl2pPr>
            <a:lvl3pPr>
              <a:defRPr sz="2250" b="0">
                <a:solidFill>
                  <a:srgbClr val="F5EEE1"/>
                </a:solidFill>
                <a:latin typeface="DejaVu Sans"/>
                <a:ea typeface="DejaVu Sans"/>
                <a:cs typeface="DejaVu Sans"/>
              </a:defRPr>
            </a:lvl3pPr>
            <a:lvl4pPr>
              <a:defRPr sz="2250" b="0">
                <a:solidFill>
                  <a:srgbClr val="F5EEE1"/>
                </a:solidFill>
                <a:latin typeface="DejaVu Sans"/>
                <a:ea typeface="DejaVu Sans"/>
                <a:cs typeface="DejaVu Sans"/>
              </a:defRPr>
            </a:lvl4pPr>
            <a:lvl5pPr>
              <a:defRPr sz="2250" b="0">
                <a:solidFill>
                  <a:srgbClr val="F5EEE1"/>
                </a:solidFill>
                <a:latin typeface="DejaVu Sans"/>
                <a:ea typeface="DejaVu Sans"/>
                <a:cs typeface="DejaVu Sans"/>
              </a:defRPr>
            </a:lvl5pPr>
            <a:lvl6pPr>
              <a:defRPr sz="2250" b="0">
                <a:solidFill>
                  <a:srgbClr val="F5EEE1"/>
                </a:solidFill>
                <a:latin typeface="DejaVu Sans"/>
                <a:ea typeface="DejaVu Sans"/>
                <a:cs typeface="DejaVu Sans"/>
              </a:defRPr>
            </a:lvl6pPr>
            <a:lvl7pPr>
              <a:defRPr sz="2250" b="0">
                <a:solidFill>
                  <a:srgbClr val="F5EEE1"/>
                </a:solidFill>
                <a:latin typeface="DejaVu Sans"/>
                <a:ea typeface="DejaVu Sans"/>
                <a:cs typeface="DejaVu Sans"/>
              </a:defRPr>
            </a:lvl7pPr>
            <a:lvl8pPr>
              <a:defRPr sz="2250" b="0">
                <a:solidFill>
                  <a:srgbClr val="F5EEE1"/>
                </a:solidFill>
                <a:latin typeface="DejaVu Sans"/>
                <a:ea typeface="DejaVu Sans"/>
                <a:cs typeface="DejaVu Sans"/>
              </a:defRPr>
            </a:lvl8pPr>
            <a:lvl9pPr>
              <a:defRPr sz="2250" b="0">
                <a:solidFill>
                  <a:srgbClr val="F5EEE1"/>
                </a:solidFill>
                <a:latin typeface="DejaVu Sans"/>
                <a:ea typeface="DejaVu Sans"/>
                <a:cs typeface="DejaVu Sans"/>
              </a:defRPr>
            </a:lvl9pPr>
          </a:lstStyle>
          <a:p xmlns:a="http://schemas.openxmlformats.org/drawingml/2006/main">
            <a:pPr>
              <a:defRPr sz="2250" b="0">
                <a:solidFill>
                  <a:srgbClr val="F5EEE1"/>
                </a:solidFill>
                <a:latin typeface="DejaVu Sans"/>
                <a:ea typeface="DejaVu Sans"/>
                <a:cs typeface="DejaVu Sans"/>
              </a:defRPr>
            </a:pPr>
            <a:r>
              <a:rPr sz="2250" b="0">
                <a:solidFill>
                  <a:srgbClr val="F5EEE1"/>
                </a:solidFill>
                <a:latin typeface="DejaVu Sans"/>
                <a:ea typeface="DejaVu Sans"/>
                <a:cs typeface="DejaVu Sans"/>
              </a:rPr>
              <a:t>Astrology data and AI-assisted text</a:t>
            </a:r>
          </a:p>
        </p:txBody>
      </p:sp>
      <p:sp>
        <p:nvSpPr>
          <p:cNvPr id="7" name="num-2">
            <a:extLst xmlns:a="http://schemas.openxmlformats.org/drawingml/2006/main">
              <a:ext uri="{FF2B5EF4-FFF2-40B4-BE49-F238E27FC236}">
                <a16:creationId xmlns:a16="http://schemas.microsoft.com/office/drawing/2014/main" id="{6A9F9074-0EC8-4B94-9F0B-712C2E8113CD}"/>
              </a:ext>
            </a:extLst>
          </p:cNvPr>
          <p:cNvSpPr>
            <a:spLocks xmlns:a="http://schemas.openxmlformats.org/drawingml/2006/main" noGrp="1"/>
          </p:cNvSpPr>
          <p:nvPr/>
        </p:nvSpPr>
        <p:spPr>
          <a:xfrm xmlns:a="http://schemas.openxmlformats.org/drawingml/2006/main">
            <a:off x="647700" y="4733925"/>
            <a:ext cx="666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100" b="0">
                <a:solidFill>
                  <a:srgbClr val="E4C99E"/>
                </a:solidFill>
                <a:latin typeface="DejaVu Sans"/>
                <a:ea typeface="DejaVu Sans"/>
                <a:cs typeface="DejaVu Sans"/>
              </a:defRPr>
            </a:defPPr>
            <a:lvl1pPr>
              <a:defRPr sz="2100" b="0">
                <a:solidFill>
                  <a:srgbClr val="E4C99E"/>
                </a:solidFill>
                <a:latin typeface="DejaVu Sans"/>
                <a:ea typeface="DejaVu Sans"/>
                <a:cs typeface="DejaVu Sans"/>
              </a:defRPr>
            </a:lvl1pPr>
            <a:lvl2pPr>
              <a:defRPr sz="2100" b="0">
                <a:solidFill>
                  <a:srgbClr val="E4C99E"/>
                </a:solidFill>
                <a:latin typeface="DejaVu Sans"/>
                <a:ea typeface="DejaVu Sans"/>
                <a:cs typeface="DejaVu Sans"/>
              </a:defRPr>
            </a:lvl2pPr>
            <a:lvl3pPr>
              <a:defRPr sz="2100" b="0">
                <a:solidFill>
                  <a:srgbClr val="E4C99E"/>
                </a:solidFill>
                <a:latin typeface="DejaVu Sans"/>
                <a:ea typeface="DejaVu Sans"/>
                <a:cs typeface="DejaVu Sans"/>
              </a:defRPr>
            </a:lvl3pPr>
            <a:lvl4pPr>
              <a:defRPr sz="2100" b="0">
                <a:solidFill>
                  <a:srgbClr val="E4C99E"/>
                </a:solidFill>
                <a:latin typeface="DejaVu Sans"/>
                <a:ea typeface="DejaVu Sans"/>
                <a:cs typeface="DejaVu Sans"/>
              </a:defRPr>
            </a:lvl4pPr>
            <a:lvl5pPr>
              <a:defRPr sz="2100" b="0">
                <a:solidFill>
                  <a:srgbClr val="E4C99E"/>
                </a:solidFill>
                <a:latin typeface="DejaVu Sans"/>
                <a:ea typeface="DejaVu Sans"/>
                <a:cs typeface="DejaVu Sans"/>
              </a:defRPr>
            </a:lvl5pPr>
            <a:lvl6pPr>
              <a:defRPr sz="2100" b="0">
                <a:solidFill>
                  <a:srgbClr val="E4C99E"/>
                </a:solidFill>
                <a:latin typeface="DejaVu Sans"/>
                <a:ea typeface="DejaVu Sans"/>
                <a:cs typeface="DejaVu Sans"/>
              </a:defRPr>
            </a:lvl6pPr>
            <a:lvl7pPr>
              <a:defRPr sz="2100" b="0">
                <a:solidFill>
                  <a:srgbClr val="E4C99E"/>
                </a:solidFill>
                <a:latin typeface="DejaVu Sans"/>
                <a:ea typeface="DejaVu Sans"/>
                <a:cs typeface="DejaVu Sans"/>
              </a:defRPr>
            </a:lvl7pPr>
            <a:lvl8pPr>
              <a:defRPr sz="2100" b="0">
                <a:solidFill>
                  <a:srgbClr val="E4C99E"/>
                </a:solidFill>
                <a:latin typeface="DejaVu Sans"/>
                <a:ea typeface="DejaVu Sans"/>
                <a:cs typeface="DejaVu Sans"/>
              </a:defRPr>
            </a:lvl8pPr>
            <a:lvl9pPr>
              <a:defRPr sz="2100" b="0">
                <a:solidFill>
                  <a:srgbClr val="E4C99E"/>
                </a:solidFill>
                <a:latin typeface="DejaVu Sans"/>
                <a:ea typeface="DejaVu Sans"/>
                <a:cs typeface="DejaVu Sans"/>
              </a:defRPr>
            </a:lvl9pPr>
          </a:lstStyle>
          <a:p xmlns:a="http://schemas.openxmlformats.org/drawingml/2006/main">
            <a:pPr>
              <a:defRPr sz="2100" b="0">
                <a:solidFill>
                  <a:srgbClr val="E4C99E"/>
                </a:solidFill>
                <a:latin typeface="DejaVu Sans"/>
                <a:ea typeface="DejaVu Sans"/>
                <a:cs typeface="DejaVu Sans"/>
              </a:defRPr>
            </a:pPr>
            <a:r>
              <a:rPr sz="2100" b="0">
                <a:solidFill>
                  <a:srgbClr val="E4C99E"/>
                </a:solidFill>
                <a:latin typeface="DejaVu Sans"/>
                <a:ea typeface="DejaVu Sans"/>
                <a:cs typeface="DejaVu Sans"/>
              </a:rPr>
              <a:t>03</a:t>
            </a:r>
          </a:p>
        </p:txBody>
      </p:sp>
      <p:sp>
        <p:nvSpPr>
          <p:cNvPr id="8" name="body-2">
            <a:extLst xmlns:a="http://schemas.openxmlformats.org/drawingml/2006/main">
              <a:ext uri="{FF2B5EF4-FFF2-40B4-BE49-F238E27FC236}">
                <a16:creationId xmlns:a16="http://schemas.microsoft.com/office/drawing/2014/main" id="{24D61383-19A9-431A-B143-A760133BA9DF}"/>
              </a:ext>
            </a:extLst>
          </p:cNvPr>
          <p:cNvSpPr>
            <a:spLocks xmlns:a="http://schemas.openxmlformats.org/drawingml/2006/main" noGrp="1"/>
          </p:cNvSpPr>
          <p:nvPr/>
        </p:nvSpPr>
        <p:spPr>
          <a:xfrm xmlns:a="http://schemas.openxmlformats.org/drawingml/2006/main">
            <a:off x="1571625" y="4733925"/>
            <a:ext cx="9334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250" b="0">
                <a:solidFill>
                  <a:srgbClr val="F5EEE1"/>
                </a:solidFill>
                <a:latin typeface="DejaVu Sans"/>
                <a:ea typeface="DejaVu Sans"/>
                <a:cs typeface="DejaVu Sans"/>
              </a:defRPr>
            </a:defPPr>
            <a:lvl1pPr>
              <a:defRPr sz="2250" b="0">
                <a:solidFill>
                  <a:srgbClr val="F5EEE1"/>
                </a:solidFill>
                <a:latin typeface="DejaVu Sans"/>
                <a:ea typeface="DejaVu Sans"/>
                <a:cs typeface="DejaVu Sans"/>
              </a:defRPr>
            </a:lvl1pPr>
            <a:lvl2pPr>
              <a:defRPr sz="2250" b="0">
                <a:solidFill>
                  <a:srgbClr val="F5EEE1"/>
                </a:solidFill>
                <a:latin typeface="DejaVu Sans"/>
                <a:ea typeface="DejaVu Sans"/>
                <a:cs typeface="DejaVu Sans"/>
              </a:defRPr>
            </a:lvl2pPr>
            <a:lvl3pPr>
              <a:defRPr sz="2250" b="0">
                <a:solidFill>
                  <a:srgbClr val="F5EEE1"/>
                </a:solidFill>
                <a:latin typeface="DejaVu Sans"/>
                <a:ea typeface="DejaVu Sans"/>
                <a:cs typeface="DejaVu Sans"/>
              </a:defRPr>
            </a:lvl3pPr>
            <a:lvl4pPr>
              <a:defRPr sz="2250" b="0">
                <a:solidFill>
                  <a:srgbClr val="F5EEE1"/>
                </a:solidFill>
                <a:latin typeface="DejaVu Sans"/>
                <a:ea typeface="DejaVu Sans"/>
                <a:cs typeface="DejaVu Sans"/>
              </a:defRPr>
            </a:lvl4pPr>
            <a:lvl5pPr>
              <a:defRPr sz="2250" b="0">
                <a:solidFill>
                  <a:srgbClr val="F5EEE1"/>
                </a:solidFill>
                <a:latin typeface="DejaVu Sans"/>
                <a:ea typeface="DejaVu Sans"/>
                <a:cs typeface="DejaVu Sans"/>
              </a:defRPr>
            </a:lvl5pPr>
            <a:lvl6pPr>
              <a:defRPr sz="2250" b="0">
                <a:solidFill>
                  <a:srgbClr val="F5EEE1"/>
                </a:solidFill>
                <a:latin typeface="DejaVu Sans"/>
                <a:ea typeface="DejaVu Sans"/>
                <a:cs typeface="DejaVu Sans"/>
              </a:defRPr>
            </a:lvl6pPr>
            <a:lvl7pPr>
              <a:defRPr sz="2250" b="0">
                <a:solidFill>
                  <a:srgbClr val="F5EEE1"/>
                </a:solidFill>
                <a:latin typeface="DejaVu Sans"/>
                <a:ea typeface="DejaVu Sans"/>
                <a:cs typeface="DejaVu Sans"/>
              </a:defRPr>
            </a:lvl7pPr>
            <a:lvl8pPr>
              <a:defRPr sz="2250" b="0">
                <a:solidFill>
                  <a:srgbClr val="F5EEE1"/>
                </a:solidFill>
                <a:latin typeface="DejaVu Sans"/>
                <a:ea typeface="DejaVu Sans"/>
                <a:cs typeface="DejaVu Sans"/>
              </a:defRPr>
            </a:lvl8pPr>
            <a:lvl9pPr>
              <a:defRPr sz="2250" b="0">
                <a:solidFill>
                  <a:srgbClr val="F5EEE1"/>
                </a:solidFill>
                <a:latin typeface="DejaVu Sans"/>
                <a:ea typeface="DejaVu Sans"/>
                <a:cs typeface="DejaVu Sans"/>
              </a:defRPr>
            </a:lvl9pPr>
          </a:lstStyle>
          <a:p xmlns:a="http://schemas.openxmlformats.org/drawingml/2006/main">
            <a:pPr>
              <a:defRPr sz="2250" b="0">
                <a:solidFill>
                  <a:srgbClr val="F5EEE1"/>
                </a:solidFill>
                <a:latin typeface="DejaVu Sans"/>
                <a:ea typeface="DejaVu Sans"/>
                <a:cs typeface="DejaVu Sans"/>
              </a:defRPr>
            </a:pPr>
            <a:r>
              <a:rPr sz="2250" b="0">
                <a:solidFill>
                  <a:srgbClr val="F5EEE1"/>
                </a:solidFill>
                <a:latin typeface="DejaVu Sans"/>
                <a:ea typeface="DejaVu Sans"/>
                <a:cs typeface="DejaVu Sans"/>
              </a:rPr>
              <a:t>Payment and report-delivery workflows</a:t>
            </a:r>
          </a:p>
        </p:txBody>
      </p:sp>
      <p:sp>
        <p:nvSpPr>
          <p:cNvPr id="9" name="page">
            <a:extLst xmlns:a="http://schemas.openxmlformats.org/drawingml/2006/main">
              <a:ext uri="{FF2B5EF4-FFF2-40B4-BE49-F238E27FC236}">
                <a16:creationId xmlns:a16="http://schemas.microsoft.com/office/drawing/2014/main" id="{4ABF6C2A-B59C-41A0-B30C-86E9BBD7A0A5}"/>
              </a:ext>
            </a:extLst>
          </p:cNvPr>
          <p:cNvSpPr>
            <a:spLocks xmlns:a="http://schemas.openxmlformats.org/drawingml/2006/main" noGrp="1"/>
          </p:cNvSpPr>
          <p:nvPr/>
        </p:nvSpPr>
        <p:spPr>
          <a:xfrm xmlns:a="http://schemas.openxmlformats.org/drawingml/2006/main">
            <a:off x="11001375" y="6296025"/>
            <a:ext cx="762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00" b="0">
                <a:solidFill>
                  <a:srgbClr val="AAB4C8"/>
                </a:solidFill>
                <a:latin typeface="DejaVu Sans"/>
                <a:ea typeface="DejaVu Sans"/>
                <a:cs typeface="DejaVu Sans"/>
              </a:defRPr>
            </a:defPPr>
            <a:lvl1pPr>
              <a:defRPr sz="1200" b="0">
                <a:solidFill>
                  <a:srgbClr val="AAB4C8"/>
                </a:solidFill>
                <a:latin typeface="DejaVu Sans"/>
                <a:ea typeface="DejaVu Sans"/>
                <a:cs typeface="DejaVu Sans"/>
              </a:defRPr>
            </a:lvl1pPr>
            <a:lvl2pPr>
              <a:defRPr sz="1200" b="0">
                <a:solidFill>
                  <a:srgbClr val="AAB4C8"/>
                </a:solidFill>
                <a:latin typeface="DejaVu Sans"/>
                <a:ea typeface="DejaVu Sans"/>
                <a:cs typeface="DejaVu Sans"/>
              </a:defRPr>
            </a:lvl2pPr>
            <a:lvl3pPr>
              <a:defRPr sz="1200" b="0">
                <a:solidFill>
                  <a:srgbClr val="AAB4C8"/>
                </a:solidFill>
                <a:latin typeface="DejaVu Sans"/>
                <a:ea typeface="DejaVu Sans"/>
                <a:cs typeface="DejaVu Sans"/>
              </a:defRPr>
            </a:lvl3pPr>
            <a:lvl4pPr>
              <a:defRPr sz="1200" b="0">
                <a:solidFill>
                  <a:srgbClr val="AAB4C8"/>
                </a:solidFill>
                <a:latin typeface="DejaVu Sans"/>
                <a:ea typeface="DejaVu Sans"/>
                <a:cs typeface="DejaVu Sans"/>
              </a:defRPr>
            </a:lvl4pPr>
            <a:lvl5pPr>
              <a:defRPr sz="1200" b="0">
                <a:solidFill>
                  <a:srgbClr val="AAB4C8"/>
                </a:solidFill>
                <a:latin typeface="DejaVu Sans"/>
                <a:ea typeface="DejaVu Sans"/>
                <a:cs typeface="DejaVu Sans"/>
              </a:defRPr>
            </a:lvl5pPr>
            <a:lvl6pPr>
              <a:defRPr sz="1200" b="0">
                <a:solidFill>
                  <a:srgbClr val="AAB4C8"/>
                </a:solidFill>
                <a:latin typeface="DejaVu Sans"/>
                <a:ea typeface="DejaVu Sans"/>
                <a:cs typeface="DejaVu Sans"/>
              </a:defRPr>
            </a:lvl6pPr>
            <a:lvl7pPr>
              <a:defRPr sz="1200" b="0">
                <a:solidFill>
                  <a:srgbClr val="AAB4C8"/>
                </a:solidFill>
                <a:latin typeface="DejaVu Sans"/>
                <a:ea typeface="DejaVu Sans"/>
                <a:cs typeface="DejaVu Sans"/>
              </a:defRPr>
            </a:lvl7pPr>
            <a:lvl8pPr>
              <a:defRPr sz="1200" b="0">
                <a:solidFill>
                  <a:srgbClr val="AAB4C8"/>
                </a:solidFill>
                <a:latin typeface="DejaVu Sans"/>
                <a:ea typeface="DejaVu Sans"/>
                <a:cs typeface="DejaVu Sans"/>
              </a:defRPr>
            </a:lvl8pPr>
            <a:lvl9pPr>
              <a:defRPr sz="1200" b="0">
                <a:solidFill>
                  <a:srgbClr val="AAB4C8"/>
                </a:solidFill>
                <a:latin typeface="DejaVu Sans"/>
                <a:ea typeface="DejaVu Sans"/>
                <a:cs typeface="DejaVu Sans"/>
              </a:defRPr>
            </a:lvl9pPr>
          </a:lstStyle>
          <a:p xmlns:a="http://schemas.openxmlformats.org/drawingml/2006/main">
            <a:pPr>
              <a:defRPr sz="1200" b="0">
                <a:solidFill>
                  <a:srgbClr val="AAB4C8"/>
                </a:solidFill>
                <a:latin typeface="DejaVu Sans"/>
                <a:ea typeface="DejaVu Sans"/>
                <a:cs typeface="DejaVu Sans"/>
              </a:defRPr>
            </a:pPr>
            <a:r>
              <a:rPr sz="1200" b="0">
                <a:solidFill>
                  <a:srgbClr val="AAB4C8"/>
                </a:solidFill>
                <a:latin typeface="DejaVu Sans"/>
                <a:ea typeface="DejaVu Sans"/>
                <a:cs typeface="DejaVu Sans"/>
              </a:rPr>
              <a:t>4 / 7</a:t>
            </a:r>
          </a:p>
        </p:txBody>
      </p:sp>
    </p:spTree>
    <p:extLst>
      <p:ext uri="{BB962C8B-B14F-4D97-AF65-F5344CB8AC3E}">
        <p14:creationId xmlns:p14="http://schemas.microsoft.com/office/powerpoint/2010/main" val="1876625916"/>
      </p:ext>
    </p:extLst>
  </p:cSld>
  <p:transition spd="med" advTm="10000">
    <p:fade/>
  </p:transition>
</p:sld>
</file>

<file path=ppt/slides/slide5.xml><?xml version="1.0" encoding="utf-8"?>
<p:sld xmlns:p="http://schemas.openxmlformats.org/presentationml/2006/main">
  <p:cSld>
    <p:bg>
      <p:bgPr>
        <a:solidFill xmlns:a="http://schemas.openxmlformats.org/drawingml/2006/main">
          <a:srgbClr val="111C33"/>
        </a:solidFill>
      </p:bgPr>
    </p:bg>
    <p:spTree>
      <p:nvGrpSpPr>
        <p:cNvPr id="1" name=""/>
        <p:cNvGrpSpPr/>
        <p:nvPr/>
      </p:nvGrpSpPr>
      <p:grpSpPr>
        <a:xfrm xmlns:a="http://schemas.openxmlformats.org/drawingml/2006/main"/>
      </p:grpSpPr>
      <p:sp>
        <p:nvSpPr>
          <p:cNvPr id="10" name="title">
            <a:extLst xmlns:a="http://schemas.openxmlformats.org/drawingml/2006/main">
              <a:ext uri="{FF2B5EF4-FFF2-40B4-BE49-F238E27FC236}">
                <a16:creationId xmlns:a16="http://schemas.microsoft.com/office/drawing/2014/main" id="{280E491F-D7F5-47E3-83BF-8C4C0A2B406A}"/>
              </a:ext>
            </a:extLst>
          </p:cNvPr>
          <p:cNvSpPr>
            <a:spLocks xmlns:a="http://schemas.openxmlformats.org/drawingml/2006/main" noGrp="1"/>
          </p:cNvSpPr>
          <p:nvPr/>
        </p:nvSpPr>
        <p:spPr>
          <a:xfrm xmlns:a="http://schemas.openxmlformats.org/drawingml/2006/main">
            <a:off x="609600" y="590550"/>
            <a:ext cx="106680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3300" b="1">
                <a:solidFill>
                  <a:srgbClr val="F7F2E8"/>
                </a:solidFill>
                <a:latin typeface="DejaVu Sans"/>
                <a:ea typeface="DejaVu Sans"/>
                <a:cs typeface="DejaVu Sans"/>
              </a:defRPr>
            </a:defPPr>
            <a:lvl1pPr>
              <a:defRPr sz="3300" b="1">
                <a:solidFill>
                  <a:srgbClr val="F7F2E8"/>
                </a:solidFill>
                <a:latin typeface="DejaVu Sans"/>
                <a:ea typeface="DejaVu Sans"/>
                <a:cs typeface="DejaVu Sans"/>
              </a:defRPr>
            </a:lvl1pPr>
            <a:lvl2pPr>
              <a:defRPr sz="3300" b="1">
                <a:solidFill>
                  <a:srgbClr val="F7F2E8"/>
                </a:solidFill>
                <a:latin typeface="DejaVu Sans"/>
                <a:ea typeface="DejaVu Sans"/>
                <a:cs typeface="DejaVu Sans"/>
              </a:defRPr>
            </a:lvl2pPr>
            <a:lvl3pPr>
              <a:defRPr sz="3300" b="1">
                <a:solidFill>
                  <a:srgbClr val="F7F2E8"/>
                </a:solidFill>
                <a:latin typeface="DejaVu Sans"/>
                <a:ea typeface="DejaVu Sans"/>
                <a:cs typeface="DejaVu Sans"/>
              </a:defRPr>
            </a:lvl3pPr>
            <a:lvl4pPr>
              <a:defRPr sz="3300" b="1">
                <a:solidFill>
                  <a:srgbClr val="F7F2E8"/>
                </a:solidFill>
                <a:latin typeface="DejaVu Sans"/>
                <a:ea typeface="DejaVu Sans"/>
                <a:cs typeface="DejaVu Sans"/>
              </a:defRPr>
            </a:lvl4pPr>
            <a:lvl5pPr>
              <a:defRPr sz="3300" b="1">
                <a:solidFill>
                  <a:srgbClr val="F7F2E8"/>
                </a:solidFill>
                <a:latin typeface="DejaVu Sans"/>
                <a:ea typeface="DejaVu Sans"/>
                <a:cs typeface="DejaVu Sans"/>
              </a:defRPr>
            </a:lvl5pPr>
            <a:lvl6pPr>
              <a:defRPr sz="3300" b="1">
                <a:solidFill>
                  <a:srgbClr val="F7F2E8"/>
                </a:solidFill>
                <a:latin typeface="DejaVu Sans"/>
                <a:ea typeface="DejaVu Sans"/>
                <a:cs typeface="DejaVu Sans"/>
              </a:defRPr>
            </a:lvl6pPr>
            <a:lvl7pPr>
              <a:defRPr sz="3300" b="1">
                <a:solidFill>
                  <a:srgbClr val="F7F2E8"/>
                </a:solidFill>
                <a:latin typeface="DejaVu Sans"/>
                <a:ea typeface="DejaVu Sans"/>
                <a:cs typeface="DejaVu Sans"/>
              </a:defRPr>
            </a:lvl7pPr>
            <a:lvl8pPr>
              <a:defRPr sz="3300" b="1">
                <a:solidFill>
                  <a:srgbClr val="F7F2E8"/>
                </a:solidFill>
                <a:latin typeface="DejaVu Sans"/>
                <a:ea typeface="DejaVu Sans"/>
                <a:cs typeface="DejaVu Sans"/>
              </a:defRPr>
            </a:lvl8pPr>
            <a:lvl9pPr>
              <a:defRPr sz="3300" b="1">
                <a:solidFill>
                  <a:srgbClr val="F7F2E8"/>
                </a:solidFill>
                <a:latin typeface="DejaVu Sans"/>
                <a:ea typeface="DejaVu Sans"/>
                <a:cs typeface="DejaVu Sans"/>
              </a:defRPr>
            </a:lvl9pPr>
          </a:lstStyle>
          <a:p xmlns:a="http://schemas.openxmlformats.org/drawingml/2006/main">
            <a:pPr>
              <a:defRPr sz="3300" b="1">
                <a:solidFill>
                  <a:srgbClr val="F7F2E8"/>
                </a:solidFill>
                <a:latin typeface="DejaVu Sans"/>
                <a:ea typeface="DejaVu Sans"/>
                <a:cs typeface="DejaVu Sans"/>
              </a:defRPr>
            </a:pPr>
            <a:r>
              <a:rPr sz="3300" b="1">
                <a:solidFill>
                  <a:srgbClr val="F7F2E8"/>
                </a:solidFill>
                <a:latin typeface="DejaVu Sans"/>
                <a:ea typeface="DejaVu Sans"/>
                <a:cs typeface="DejaVu Sans"/>
              </a:rPr>
              <a:t>Business model</a:t>
            </a:r>
          </a:p>
        </p:txBody>
      </p:sp>
      <p:sp>
        <p:nvSpPr>
          <p:cNvPr id="2" name="subtitle">
            <a:extLst xmlns:a="http://schemas.openxmlformats.org/drawingml/2006/main">
              <a:ext uri="{FF2B5EF4-FFF2-40B4-BE49-F238E27FC236}">
                <a16:creationId xmlns:a16="http://schemas.microsoft.com/office/drawing/2014/main" id="{E94EB59A-9B93-4835-A7F0-E5962C7D0983}"/>
              </a:ext>
            </a:extLst>
          </p:cNvPr>
          <p:cNvSpPr>
            <a:spLocks xmlns:a="http://schemas.openxmlformats.org/drawingml/2006/main" noGrp="1"/>
          </p:cNvSpPr>
          <p:nvPr/>
        </p:nvSpPr>
        <p:spPr>
          <a:xfrm xmlns:a="http://schemas.openxmlformats.org/drawingml/2006/main">
            <a:off x="647700" y="1619250"/>
            <a:ext cx="10477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550" b="0">
                <a:solidFill>
                  <a:srgbClr val="E4C99E"/>
                </a:solidFill>
                <a:latin typeface="DejaVu Sans"/>
                <a:ea typeface="DejaVu Sans"/>
                <a:cs typeface="DejaVu Sans"/>
              </a:defRPr>
            </a:defPPr>
            <a:lvl1pPr>
              <a:defRPr sz="2550" b="0">
                <a:solidFill>
                  <a:srgbClr val="E4C99E"/>
                </a:solidFill>
                <a:latin typeface="DejaVu Sans"/>
                <a:ea typeface="DejaVu Sans"/>
                <a:cs typeface="DejaVu Sans"/>
              </a:defRPr>
            </a:lvl1pPr>
            <a:lvl2pPr>
              <a:defRPr sz="2550" b="0">
                <a:solidFill>
                  <a:srgbClr val="E4C99E"/>
                </a:solidFill>
                <a:latin typeface="DejaVu Sans"/>
                <a:ea typeface="DejaVu Sans"/>
                <a:cs typeface="DejaVu Sans"/>
              </a:defRPr>
            </a:lvl2pPr>
            <a:lvl3pPr>
              <a:defRPr sz="2550" b="0">
                <a:solidFill>
                  <a:srgbClr val="E4C99E"/>
                </a:solidFill>
                <a:latin typeface="DejaVu Sans"/>
                <a:ea typeface="DejaVu Sans"/>
                <a:cs typeface="DejaVu Sans"/>
              </a:defRPr>
            </a:lvl3pPr>
            <a:lvl4pPr>
              <a:defRPr sz="2550" b="0">
                <a:solidFill>
                  <a:srgbClr val="E4C99E"/>
                </a:solidFill>
                <a:latin typeface="DejaVu Sans"/>
                <a:ea typeface="DejaVu Sans"/>
                <a:cs typeface="DejaVu Sans"/>
              </a:defRPr>
            </a:lvl4pPr>
            <a:lvl5pPr>
              <a:defRPr sz="2550" b="0">
                <a:solidFill>
                  <a:srgbClr val="E4C99E"/>
                </a:solidFill>
                <a:latin typeface="DejaVu Sans"/>
                <a:ea typeface="DejaVu Sans"/>
                <a:cs typeface="DejaVu Sans"/>
              </a:defRPr>
            </a:lvl5pPr>
            <a:lvl6pPr>
              <a:defRPr sz="2550" b="0">
                <a:solidFill>
                  <a:srgbClr val="E4C99E"/>
                </a:solidFill>
                <a:latin typeface="DejaVu Sans"/>
                <a:ea typeface="DejaVu Sans"/>
                <a:cs typeface="DejaVu Sans"/>
              </a:defRPr>
            </a:lvl6pPr>
            <a:lvl7pPr>
              <a:defRPr sz="2550" b="0">
                <a:solidFill>
                  <a:srgbClr val="E4C99E"/>
                </a:solidFill>
                <a:latin typeface="DejaVu Sans"/>
                <a:ea typeface="DejaVu Sans"/>
                <a:cs typeface="DejaVu Sans"/>
              </a:defRPr>
            </a:lvl7pPr>
            <a:lvl8pPr>
              <a:defRPr sz="2550" b="0">
                <a:solidFill>
                  <a:srgbClr val="E4C99E"/>
                </a:solidFill>
                <a:latin typeface="DejaVu Sans"/>
                <a:ea typeface="DejaVu Sans"/>
                <a:cs typeface="DejaVu Sans"/>
              </a:defRPr>
            </a:lvl8pPr>
            <a:lvl9pPr>
              <a:defRPr sz="2550" b="0">
                <a:solidFill>
                  <a:srgbClr val="E4C99E"/>
                </a:solidFill>
                <a:latin typeface="DejaVu Sans"/>
                <a:ea typeface="DejaVu Sans"/>
                <a:cs typeface="DejaVu Sans"/>
              </a:defRPr>
            </a:lvl9pPr>
          </a:lstStyle>
          <a:p xmlns:a="http://schemas.openxmlformats.org/drawingml/2006/main">
            <a:pPr>
              <a:defRPr sz="2550" b="0">
                <a:solidFill>
                  <a:srgbClr val="E4C99E"/>
                </a:solidFill>
                <a:latin typeface="DejaVu Sans"/>
                <a:ea typeface="DejaVu Sans"/>
                <a:cs typeface="DejaVu Sans"/>
              </a:defRPr>
            </a:pPr>
            <a:r>
              <a:rPr sz="2550" b="0">
                <a:solidFill>
                  <a:srgbClr val="E4C99E"/>
                </a:solidFill>
                <a:latin typeface="DejaVu Sans"/>
                <a:ea typeface="DejaVu Sans"/>
                <a:cs typeface="DejaVu Sans"/>
              </a:rPr>
              <a:t>Paid readings first</a:t>
            </a:r>
          </a:p>
        </p:txBody>
      </p:sp>
      <p:sp>
        <p:nvSpPr>
          <p:cNvPr id="3" name="num-0">
            <a:extLst xmlns:a="http://schemas.openxmlformats.org/drawingml/2006/main">
              <a:ext uri="{FF2B5EF4-FFF2-40B4-BE49-F238E27FC236}">
                <a16:creationId xmlns:a16="http://schemas.microsoft.com/office/drawing/2014/main" id="{0595FE97-2843-4B62-BB5F-91D9BB673B72}"/>
              </a:ext>
            </a:extLst>
          </p:cNvPr>
          <p:cNvSpPr>
            <a:spLocks xmlns:a="http://schemas.openxmlformats.org/drawingml/2006/main" noGrp="1"/>
          </p:cNvSpPr>
          <p:nvPr/>
        </p:nvSpPr>
        <p:spPr>
          <a:xfrm xmlns:a="http://schemas.openxmlformats.org/drawingml/2006/main">
            <a:off x="647700" y="2905125"/>
            <a:ext cx="666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100" b="0">
                <a:solidFill>
                  <a:srgbClr val="E4C99E"/>
                </a:solidFill>
                <a:latin typeface="DejaVu Sans"/>
                <a:ea typeface="DejaVu Sans"/>
                <a:cs typeface="DejaVu Sans"/>
              </a:defRPr>
            </a:defPPr>
            <a:lvl1pPr>
              <a:defRPr sz="2100" b="0">
                <a:solidFill>
                  <a:srgbClr val="E4C99E"/>
                </a:solidFill>
                <a:latin typeface="DejaVu Sans"/>
                <a:ea typeface="DejaVu Sans"/>
                <a:cs typeface="DejaVu Sans"/>
              </a:defRPr>
            </a:lvl1pPr>
            <a:lvl2pPr>
              <a:defRPr sz="2100" b="0">
                <a:solidFill>
                  <a:srgbClr val="E4C99E"/>
                </a:solidFill>
                <a:latin typeface="DejaVu Sans"/>
                <a:ea typeface="DejaVu Sans"/>
                <a:cs typeface="DejaVu Sans"/>
              </a:defRPr>
            </a:lvl2pPr>
            <a:lvl3pPr>
              <a:defRPr sz="2100" b="0">
                <a:solidFill>
                  <a:srgbClr val="E4C99E"/>
                </a:solidFill>
                <a:latin typeface="DejaVu Sans"/>
                <a:ea typeface="DejaVu Sans"/>
                <a:cs typeface="DejaVu Sans"/>
              </a:defRPr>
            </a:lvl3pPr>
            <a:lvl4pPr>
              <a:defRPr sz="2100" b="0">
                <a:solidFill>
                  <a:srgbClr val="E4C99E"/>
                </a:solidFill>
                <a:latin typeface="DejaVu Sans"/>
                <a:ea typeface="DejaVu Sans"/>
                <a:cs typeface="DejaVu Sans"/>
              </a:defRPr>
            </a:lvl4pPr>
            <a:lvl5pPr>
              <a:defRPr sz="2100" b="0">
                <a:solidFill>
                  <a:srgbClr val="E4C99E"/>
                </a:solidFill>
                <a:latin typeface="DejaVu Sans"/>
                <a:ea typeface="DejaVu Sans"/>
                <a:cs typeface="DejaVu Sans"/>
              </a:defRPr>
            </a:lvl5pPr>
            <a:lvl6pPr>
              <a:defRPr sz="2100" b="0">
                <a:solidFill>
                  <a:srgbClr val="E4C99E"/>
                </a:solidFill>
                <a:latin typeface="DejaVu Sans"/>
                <a:ea typeface="DejaVu Sans"/>
                <a:cs typeface="DejaVu Sans"/>
              </a:defRPr>
            </a:lvl6pPr>
            <a:lvl7pPr>
              <a:defRPr sz="2100" b="0">
                <a:solidFill>
                  <a:srgbClr val="E4C99E"/>
                </a:solidFill>
                <a:latin typeface="DejaVu Sans"/>
                <a:ea typeface="DejaVu Sans"/>
                <a:cs typeface="DejaVu Sans"/>
              </a:defRPr>
            </a:lvl7pPr>
            <a:lvl8pPr>
              <a:defRPr sz="2100" b="0">
                <a:solidFill>
                  <a:srgbClr val="E4C99E"/>
                </a:solidFill>
                <a:latin typeface="DejaVu Sans"/>
                <a:ea typeface="DejaVu Sans"/>
                <a:cs typeface="DejaVu Sans"/>
              </a:defRPr>
            </a:lvl8pPr>
            <a:lvl9pPr>
              <a:defRPr sz="2100" b="0">
                <a:solidFill>
                  <a:srgbClr val="E4C99E"/>
                </a:solidFill>
                <a:latin typeface="DejaVu Sans"/>
                <a:ea typeface="DejaVu Sans"/>
                <a:cs typeface="DejaVu Sans"/>
              </a:defRPr>
            </a:lvl9pPr>
          </a:lstStyle>
          <a:p xmlns:a="http://schemas.openxmlformats.org/drawingml/2006/main">
            <a:pPr>
              <a:defRPr sz="2100" b="0">
                <a:solidFill>
                  <a:srgbClr val="E4C99E"/>
                </a:solidFill>
                <a:latin typeface="DejaVu Sans"/>
                <a:ea typeface="DejaVu Sans"/>
                <a:cs typeface="DejaVu Sans"/>
              </a:defRPr>
            </a:pPr>
            <a:r>
              <a:rPr sz="2100" b="0">
                <a:solidFill>
                  <a:srgbClr val="E4C99E"/>
                </a:solidFill>
                <a:latin typeface="DejaVu Sans"/>
                <a:ea typeface="DejaVu Sans"/>
                <a:cs typeface="DejaVu Sans"/>
              </a:rPr>
              <a:t>01</a:t>
            </a:r>
          </a:p>
        </p:txBody>
      </p:sp>
      <p:sp>
        <p:nvSpPr>
          <p:cNvPr id="4" name="body-0">
            <a:extLst xmlns:a="http://schemas.openxmlformats.org/drawingml/2006/main">
              <a:ext uri="{FF2B5EF4-FFF2-40B4-BE49-F238E27FC236}">
                <a16:creationId xmlns:a16="http://schemas.microsoft.com/office/drawing/2014/main" id="{A9CA4729-FA85-4ADC-A075-CEEB0AF228BB}"/>
              </a:ext>
            </a:extLst>
          </p:cNvPr>
          <p:cNvSpPr>
            <a:spLocks xmlns:a="http://schemas.openxmlformats.org/drawingml/2006/main" noGrp="1"/>
          </p:cNvSpPr>
          <p:nvPr/>
        </p:nvSpPr>
        <p:spPr>
          <a:xfrm xmlns:a="http://schemas.openxmlformats.org/drawingml/2006/main">
            <a:off x="1571625" y="2905125"/>
            <a:ext cx="9334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250" b="0">
                <a:solidFill>
                  <a:srgbClr val="F5EEE1"/>
                </a:solidFill>
                <a:latin typeface="DejaVu Sans"/>
                <a:ea typeface="DejaVu Sans"/>
                <a:cs typeface="DejaVu Sans"/>
              </a:defRPr>
            </a:defPPr>
            <a:lvl1pPr>
              <a:defRPr sz="2250" b="0">
                <a:solidFill>
                  <a:srgbClr val="F5EEE1"/>
                </a:solidFill>
                <a:latin typeface="DejaVu Sans"/>
                <a:ea typeface="DejaVu Sans"/>
                <a:cs typeface="DejaVu Sans"/>
              </a:defRPr>
            </a:lvl1pPr>
            <a:lvl2pPr>
              <a:defRPr sz="2250" b="0">
                <a:solidFill>
                  <a:srgbClr val="F5EEE1"/>
                </a:solidFill>
                <a:latin typeface="DejaVu Sans"/>
                <a:ea typeface="DejaVu Sans"/>
                <a:cs typeface="DejaVu Sans"/>
              </a:defRPr>
            </a:lvl2pPr>
            <a:lvl3pPr>
              <a:defRPr sz="2250" b="0">
                <a:solidFill>
                  <a:srgbClr val="F5EEE1"/>
                </a:solidFill>
                <a:latin typeface="DejaVu Sans"/>
                <a:ea typeface="DejaVu Sans"/>
                <a:cs typeface="DejaVu Sans"/>
              </a:defRPr>
            </a:lvl3pPr>
            <a:lvl4pPr>
              <a:defRPr sz="2250" b="0">
                <a:solidFill>
                  <a:srgbClr val="F5EEE1"/>
                </a:solidFill>
                <a:latin typeface="DejaVu Sans"/>
                <a:ea typeface="DejaVu Sans"/>
                <a:cs typeface="DejaVu Sans"/>
              </a:defRPr>
            </a:lvl4pPr>
            <a:lvl5pPr>
              <a:defRPr sz="2250" b="0">
                <a:solidFill>
                  <a:srgbClr val="F5EEE1"/>
                </a:solidFill>
                <a:latin typeface="DejaVu Sans"/>
                <a:ea typeface="DejaVu Sans"/>
                <a:cs typeface="DejaVu Sans"/>
              </a:defRPr>
            </a:lvl5pPr>
            <a:lvl6pPr>
              <a:defRPr sz="2250" b="0">
                <a:solidFill>
                  <a:srgbClr val="F5EEE1"/>
                </a:solidFill>
                <a:latin typeface="DejaVu Sans"/>
                <a:ea typeface="DejaVu Sans"/>
                <a:cs typeface="DejaVu Sans"/>
              </a:defRPr>
            </a:lvl6pPr>
            <a:lvl7pPr>
              <a:defRPr sz="2250" b="0">
                <a:solidFill>
                  <a:srgbClr val="F5EEE1"/>
                </a:solidFill>
                <a:latin typeface="DejaVu Sans"/>
                <a:ea typeface="DejaVu Sans"/>
                <a:cs typeface="DejaVu Sans"/>
              </a:defRPr>
            </a:lvl7pPr>
            <a:lvl8pPr>
              <a:defRPr sz="2250" b="0">
                <a:solidFill>
                  <a:srgbClr val="F5EEE1"/>
                </a:solidFill>
                <a:latin typeface="DejaVu Sans"/>
                <a:ea typeface="DejaVu Sans"/>
                <a:cs typeface="DejaVu Sans"/>
              </a:defRPr>
            </a:lvl8pPr>
            <a:lvl9pPr>
              <a:defRPr sz="2250" b="0">
                <a:solidFill>
                  <a:srgbClr val="F5EEE1"/>
                </a:solidFill>
                <a:latin typeface="DejaVu Sans"/>
                <a:ea typeface="DejaVu Sans"/>
                <a:cs typeface="DejaVu Sans"/>
              </a:defRPr>
            </a:lvl9pPr>
          </a:lstStyle>
          <a:p xmlns:a="http://schemas.openxmlformats.org/drawingml/2006/main">
            <a:pPr>
              <a:defRPr sz="2250" b="0">
                <a:solidFill>
                  <a:srgbClr val="F5EEE1"/>
                </a:solidFill>
                <a:latin typeface="DejaVu Sans"/>
                <a:ea typeface="DejaVu Sans"/>
                <a:cs typeface="DejaVu Sans"/>
              </a:defRPr>
            </a:pPr>
            <a:r>
              <a:rPr sz="2250" b="0">
                <a:solidFill>
                  <a:srgbClr val="F5EEE1"/>
                </a:solidFill>
                <a:latin typeface="DejaVu Sans"/>
                <a:ea typeface="DejaVu Sans"/>
                <a:cs typeface="DejaVu Sans"/>
              </a:rPr>
              <a:t>Personal reports purchased individually</a:t>
            </a:r>
          </a:p>
        </p:txBody>
      </p:sp>
      <p:sp>
        <p:nvSpPr>
          <p:cNvPr id="5" name="num-1">
            <a:extLst xmlns:a="http://schemas.openxmlformats.org/drawingml/2006/main">
              <a:ext uri="{FF2B5EF4-FFF2-40B4-BE49-F238E27FC236}">
                <a16:creationId xmlns:a16="http://schemas.microsoft.com/office/drawing/2014/main" id="{0895A418-A544-4E77-8F02-D6BEFADE7F4C}"/>
              </a:ext>
            </a:extLst>
          </p:cNvPr>
          <p:cNvSpPr>
            <a:spLocks xmlns:a="http://schemas.openxmlformats.org/drawingml/2006/main" noGrp="1"/>
          </p:cNvSpPr>
          <p:nvPr/>
        </p:nvSpPr>
        <p:spPr>
          <a:xfrm xmlns:a="http://schemas.openxmlformats.org/drawingml/2006/main">
            <a:off x="647700" y="3819525"/>
            <a:ext cx="666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100" b="0">
                <a:solidFill>
                  <a:srgbClr val="E4C99E"/>
                </a:solidFill>
                <a:latin typeface="DejaVu Sans"/>
                <a:ea typeface="DejaVu Sans"/>
                <a:cs typeface="DejaVu Sans"/>
              </a:defRPr>
            </a:defPPr>
            <a:lvl1pPr>
              <a:defRPr sz="2100" b="0">
                <a:solidFill>
                  <a:srgbClr val="E4C99E"/>
                </a:solidFill>
                <a:latin typeface="DejaVu Sans"/>
                <a:ea typeface="DejaVu Sans"/>
                <a:cs typeface="DejaVu Sans"/>
              </a:defRPr>
            </a:lvl1pPr>
            <a:lvl2pPr>
              <a:defRPr sz="2100" b="0">
                <a:solidFill>
                  <a:srgbClr val="E4C99E"/>
                </a:solidFill>
                <a:latin typeface="DejaVu Sans"/>
                <a:ea typeface="DejaVu Sans"/>
                <a:cs typeface="DejaVu Sans"/>
              </a:defRPr>
            </a:lvl2pPr>
            <a:lvl3pPr>
              <a:defRPr sz="2100" b="0">
                <a:solidFill>
                  <a:srgbClr val="E4C99E"/>
                </a:solidFill>
                <a:latin typeface="DejaVu Sans"/>
                <a:ea typeface="DejaVu Sans"/>
                <a:cs typeface="DejaVu Sans"/>
              </a:defRPr>
            </a:lvl3pPr>
            <a:lvl4pPr>
              <a:defRPr sz="2100" b="0">
                <a:solidFill>
                  <a:srgbClr val="E4C99E"/>
                </a:solidFill>
                <a:latin typeface="DejaVu Sans"/>
                <a:ea typeface="DejaVu Sans"/>
                <a:cs typeface="DejaVu Sans"/>
              </a:defRPr>
            </a:lvl4pPr>
            <a:lvl5pPr>
              <a:defRPr sz="2100" b="0">
                <a:solidFill>
                  <a:srgbClr val="E4C99E"/>
                </a:solidFill>
                <a:latin typeface="DejaVu Sans"/>
                <a:ea typeface="DejaVu Sans"/>
                <a:cs typeface="DejaVu Sans"/>
              </a:defRPr>
            </a:lvl5pPr>
            <a:lvl6pPr>
              <a:defRPr sz="2100" b="0">
                <a:solidFill>
                  <a:srgbClr val="E4C99E"/>
                </a:solidFill>
                <a:latin typeface="DejaVu Sans"/>
                <a:ea typeface="DejaVu Sans"/>
                <a:cs typeface="DejaVu Sans"/>
              </a:defRPr>
            </a:lvl6pPr>
            <a:lvl7pPr>
              <a:defRPr sz="2100" b="0">
                <a:solidFill>
                  <a:srgbClr val="E4C99E"/>
                </a:solidFill>
                <a:latin typeface="DejaVu Sans"/>
                <a:ea typeface="DejaVu Sans"/>
                <a:cs typeface="DejaVu Sans"/>
              </a:defRPr>
            </a:lvl7pPr>
            <a:lvl8pPr>
              <a:defRPr sz="2100" b="0">
                <a:solidFill>
                  <a:srgbClr val="E4C99E"/>
                </a:solidFill>
                <a:latin typeface="DejaVu Sans"/>
                <a:ea typeface="DejaVu Sans"/>
                <a:cs typeface="DejaVu Sans"/>
              </a:defRPr>
            </a:lvl8pPr>
            <a:lvl9pPr>
              <a:defRPr sz="2100" b="0">
                <a:solidFill>
                  <a:srgbClr val="E4C99E"/>
                </a:solidFill>
                <a:latin typeface="DejaVu Sans"/>
                <a:ea typeface="DejaVu Sans"/>
                <a:cs typeface="DejaVu Sans"/>
              </a:defRPr>
            </a:lvl9pPr>
          </a:lstStyle>
          <a:p xmlns:a="http://schemas.openxmlformats.org/drawingml/2006/main">
            <a:pPr>
              <a:defRPr sz="2100" b="0">
                <a:solidFill>
                  <a:srgbClr val="E4C99E"/>
                </a:solidFill>
                <a:latin typeface="DejaVu Sans"/>
                <a:ea typeface="DejaVu Sans"/>
                <a:cs typeface="DejaVu Sans"/>
              </a:defRPr>
            </a:pPr>
            <a:r>
              <a:rPr sz="2100" b="0">
                <a:solidFill>
                  <a:srgbClr val="E4C99E"/>
                </a:solidFill>
                <a:latin typeface="DejaVu Sans"/>
                <a:ea typeface="DejaVu Sans"/>
                <a:cs typeface="DejaVu Sans"/>
              </a:rPr>
              <a:t>02</a:t>
            </a:r>
          </a:p>
        </p:txBody>
      </p:sp>
      <p:sp>
        <p:nvSpPr>
          <p:cNvPr id="6" name="body-1">
            <a:extLst xmlns:a="http://schemas.openxmlformats.org/drawingml/2006/main">
              <a:ext uri="{FF2B5EF4-FFF2-40B4-BE49-F238E27FC236}">
                <a16:creationId xmlns:a16="http://schemas.microsoft.com/office/drawing/2014/main" id="{17DB6C36-4B48-475C-8290-96E047DF9C59}"/>
              </a:ext>
            </a:extLst>
          </p:cNvPr>
          <p:cNvSpPr>
            <a:spLocks xmlns:a="http://schemas.openxmlformats.org/drawingml/2006/main" noGrp="1"/>
          </p:cNvSpPr>
          <p:nvPr/>
        </p:nvSpPr>
        <p:spPr>
          <a:xfrm xmlns:a="http://schemas.openxmlformats.org/drawingml/2006/main">
            <a:off x="1571625" y="3819525"/>
            <a:ext cx="9334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250" b="0">
                <a:solidFill>
                  <a:srgbClr val="F5EEE1"/>
                </a:solidFill>
                <a:latin typeface="DejaVu Sans"/>
                <a:ea typeface="DejaVu Sans"/>
                <a:cs typeface="DejaVu Sans"/>
              </a:defRPr>
            </a:defPPr>
            <a:lvl1pPr>
              <a:defRPr sz="2250" b="0">
                <a:solidFill>
                  <a:srgbClr val="F5EEE1"/>
                </a:solidFill>
                <a:latin typeface="DejaVu Sans"/>
                <a:ea typeface="DejaVu Sans"/>
                <a:cs typeface="DejaVu Sans"/>
              </a:defRPr>
            </a:lvl1pPr>
            <a:lvl2pPr>
              <a:defRPr sz="2250" b="0">
                <a:solidFill>
                  <a:srgbClr val="F5EEE1"/>
                </a:solidFill>
                <a:latin typeface="DejaVu Sans"/>
                <a:ea typeface="DejaVu Sans"/>
                <a:cs typeface="DejaVu Sans"/>
              </a:defRPr>
            </a:lvl2pPr>
            <a:lvl3pPr>
              <a:defRPr sz="2250" b="0">
                <a:solidFill>
                  <a:srgbClr val="F5EEE1"/>
                </a:solidFill>
                <a:latin typeface="DejaVu Sans"/>
                <a:ea typeface="DejaVu Sans"/>
                <a:cs typeface="DejaVu Sans"/>
              </a:defRPr>
            </a:lvl3pPr>
            <a:lvl4pPr>
              <a:defRPr sz="2250" b="0">
                <a:solidFill>
                  <a:srgbClr val="F5EEE1"/>
                </a:solidFill>
                <a:latin typeface="DejaVu Sans"/>
                <a:ea typeface="DejaVu Sans"/>
                <a:cs typeface="DejaVu Sans"/>
              </a:defRPr>
            </a:lvl4pPr>
            <a:lvl5pPr>
              <a:defRPr sz="2250" b="0">
                <a:solidFill>
                  <a:srgbClr val="F5EEE1"/>
                </a:solidFill>
                <a:latin typeface="DejaVu Sans"/>
                <a:ea typeface="DejaVu Sans"/>
                <a:cs typeface="DejaVu Sans"/>
              </a:defRPr>
            </a:lvl5pPr>
            <a:lvl6pPr>
              <a:defRPr sz="2250" b="0">
                <a:solidFill>
                  <a:srgbClr val="F5EEE1"/>
                </a:solidFill>
                <a:latin typeface="DejaVu Sans"/>
                <a:ea typeface="DejaVu Sans"/>
                <a:cs typeface="DejaVu Sans"/>
              </a:defRPr>
            </a:lvl6pPr>
            <a:lvl7pPr>
              <a:defRPr sz="2250" b="0">
                <a:solidFill>
                  <a:srgbClr val="F5EEE1"/>
                </a:solidFill>
                <a:latin typeface="DejaVu Sans"/>
                <a:ea typeface="DejaVu Sans"/>
                <a:cs typeface="DejaVu Sans"/>
              </a:defRPr>
            </a:lvl7pPr>
            <a:lvl8pPr>
              <a:defRPr sz="2250" b="0">
                <a:solidFill>
                  <a:srgbClr val="F5EEE1"/>
                </a:solidFill>
                <a:latin typeface="DejaVu Sans"/>
                <a:ea typeface="DejaVu Sans"/>
                <a:cs typeface="DejaVu Sans"/>
              </a:defRPr>
            </a:lvl8pPr>
            <a:lvl9pPr>
              <a:defRPr sz="2250" b="0">
                <a:solidFill>
                  <a:srgbClr val="F5EEE1"/>
                </a:solidFill>
                <a:latin typeface="DejaVu Sans"/>
                <a:ea typeface="DejaVu Sans"/>
                <a:cs typeface="DejaVu Sans"/>
              </a:defRPr>
            </a:lvl9pPr>
          </a:lstStyle>
          <a:p xmlns:a="http://schemas.openxmlformats.org/drawingml/2006/main">
            <a:pPr>
              <a:defRPr sz="2250" b="0">
                <a:solidFill>
                  <a:srgbClr val="F5EEE1"/>
                </a:solidFill>
                <a:latin typeface="DejaVu Sans"/>
                <a:ea typeface="DejaVu Sans"/>
                <a:cs typeface="DejaVu Sans"/>
              </a:defRPr>
            </a:pPr>
            <a:r>
              <a:rPr sz="2250" b="0">
                <a:solidFill>
                  <a:srgbClr val="F5EEE1"/>
                </a:solidFill>
                <a:latin typeface="DejaVu Sans"/>
                <a:ea typeface="DejaVu Sans"/>
                <a:cs typeface="DejaVu Sans"/>
              </a:rPr>
              <a:t>A credit system for eligible services</a:t>
            </a:r>
          </a:p>
        </p:txBody>
      </p:sp>
      <p:sp>
        <p:nvSpPr>
          <p:cNvPr id="7" name="num-2">
            <a:extLst xmlns:a="http://schemas.openxmlformats.org/drawingml/2006/main">
              <a:ext uri="{FF2B5EF4-FFF2-40B4-BE49-F238E27FC236}">
                <a16:creationId xmlns:a16="http://schemas.microsoft.com/office/drawing/2014/main" id="{5DB4008F-D87A-49A1-B979-DA0704C798E1}"/>
              </a:ext>
            </a:extLst>
          </p:cNvPr>
          <p:cNvSpPr>
            <a:spLocks xmlns:a="http://schemas.openxmlformats.org/drawingml/2006/main" noGrp="1"/>
          </p:cNvSpPr>
          <p:nvPr/>
        </p:nvSpPr>
        <p:spPr>
          <a:xfrm xmlns:a="http://schemas.openxmlformats.org/drawingml/2006/main">
            <a:off x="647700" y="4733925"/>
            <a:ext cx="666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100" b="0">
                <a:solidFill>
                  <a:srgbClr val="E4C99E"/>
                </a:solidFill>
                <a:latin typeface="DejaVu Sans"/>
                <a:ea typeface="DejaVu Sans"/>
                <a:cs typeface="DejaVu Sans"/>
              </a:defRPr>
            </a:defPPr>
            <a:lvl1pPr>
              <a:defRPr sz="2100" b="0">
                <a:solidFill>
                  <a:srgbClr val="E4C99E"/>
                </a:solidFill>
                <a:latin typeface="DejaVu Sans"/>
                <a:ea typeface="DejaVu Sans"/>
                <a:cs typeface="DejaVu Sans"/>
              </a:defRPr>
            </a:lvl1pPr>
            <a:lvl2pPr>
              <a:defRPr sz="2100" b="0">
                <a:solidFill>
                  <a:srgbClr val="E4C99E"/>
                </a:solidFill>
                <a:latin typeface="DejaVu Sans"/>
                <a:ea typeface="DejaVu Sans"/>
                <a:cs typeface="DejaVu Sans"/>
              </a:defRPr>
            </a:lvl2pPr>
            <a:lvl3pPr>
              <a:defRPr sz="2100" b="0">
                <a:solidFill>
                  <a:srgbClr val="E4C99E"/>
                </a:solidFill>
                <a:latin typeface="DejaVu Sans"/>
                <a:ea typeface="DejaVu Sans"/>
                <a:cs typeface="DejaVu Sans"/>
              </a:defRPr>
            </a:lvl3pPr>
            <a:lvl4pPr>
              <a:defRPr sz="2100" b="0">
                <a:solidFill>
                  <a:srgbClr val="E4C99E"/>
                </a:solidFill>
                <a:latin typeface="DejaVu Sans"/>
                <a:ea typeface="DejaVu Sans"/>
                <a:cs typeface="DejaVu Sans"/>
              </a:defRPr>
            </a:lvl4pPr>
            <a:lvl5pPr>
              <a:defRPr sz="2100" b="0">
                <a:solidFill>
                  <a:srgbClr val="E4C99E"/>
                </a:solidFill>
                <a:latin typeface="DejaVu Sans"/>
                <a:ea typeface="DejaVu Sans"/>
                <a:cs typeface="DejaVu Sans"/>
              </a:defRPr>
            </a:lvl5pPr>
            <a:lvl6pPr>
              <a:defRPr sz="2100" b="0">
                <a:solidFill>
                  <a:srgbClr val="E4C99E"/>
                </a:solidFill>
                <a:latin typeface="DejaVu Sans"/>
                <a:ea typeface="DejaVu Sans"/>
                <a:cs typeface="DejaVu Sans"/>
              </a:defRPr>
            </a:lvl6pPr>
            <a:lvl7pPr>
              <a:defRPr sz="2100" b="0">
                <a:solidFill>
                  <a:srgbClr val="E4C99E"/>
                </a:solidFill>
                <a:latin typeface="DejaVu Sans"/>
                <a:ea typeface="DejaVu Sans"/>
                <a:cs typeface="DejaVu Sans"/>
              </a:defRPr>
            </a:lvl7pPr>
            <a:lvl8pPr>
              <a:defRPr sz="2100" b="0">
                <a:solidFill>
                  <a:srgbClr val="E4C99E"/>
                </a:solidFill>
                <a:latin typeface="DejaVu Sans"/>
                <a:ea typeface="DejaVu Sans"/>
                <a:cs typeface="DejaVu Sans"/>
              </a:defRPr>
            </a:lvl8pPr>
            <a:lvl9pPr>
              <a:defRPr sz="2100" b="0">
                <a:solidFill>
                  <a:srgbClr val="E4C99E"/>
                </a:solidFill>
                <a:latin typeface="DejaVu Sans"/>
                <a:ea typeface="DejaVu Sans"/>
                <a:cs typeface="DejaVu Sans"/>
              </a:defRPr>
            </a:lvl9pPr>
          </a:lstStyle>
          <a:p xmlns:a="http://schemas.openxmlformats.org/drawingml/2006/main">
            <a:pPr>
              <a:defRPr sz="2100" b="0">
                <a:solidFill>
                  <a:srgbClr val="E4C99E"/>
                </a:solidFill>
                <a:latin typeface="DejaVu Sans"/>
                <a:ea typeface="DejaVu Sans"/>
                <a:cs typeface="DejaVu Sans"/>
              </a:defRPr>
            </a:pPr>
            <a:r>
              <a:rPr sz="2100" b="0">
                <a:solidFill>
                  <a:srgbClr val="E4C99E"/>
                </a:solidFill>
                <a:latin typeface="DejaVu Sans"/>
                <a:ea typeface="DejaVu Sans"/>
                <a:cs typeface="DejaVu Sans"/>
              </a:rPr>
              <a:t>03</a:t>
            </a:r>
          </a:p>
        </p:txBody>
      </p:sp>
      <p:sp>
        <p:nvSpPr>
          <p:cNvPr id="8" name="body-2">
            <a:extLst xmlns:a="http://schemas.openxmlformats.org/drawingml/2006/main">
              <a:ext uri="{FF2B5EF4-FFF2-40B4-BE49-F238E27FC236}">
                <a16:creationId xmlns:a16="http://schemas.microsoft.com/office/drawing/2014/main" id="{9CC694CD-2F33-4620-98A0-F1B3FE773D43}"/>
              </a:ext>
            </a:extLst>
          </p:cNvPr>
          <p:cNvSpPr>
            <a:spLocks xmlns:a="http://schemas.openxmlformats.org/drawingml/2006/main" noGrp="1"/>
          </p:cNvSpPr>
          <p:nvPr/>
        </p:nvSpPr>
        <p:spPr>
          <a:xfrm xmlns:a="http://schemas.openxmlformats.org/drawingml/2006/main">
            <a:off x="1571625" y="4733925"/>
            <a:ext cx="9334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250" b="0">
                <a:solidFill>
                  <a:srgbClr val="F5EEE1"/>
                </a:solidFill>
                <a:latin typeface="DejaVu Sans"/>
                <a:ea typeface="DejaVu Sans"/>
                <a:cs typeface="DejaVu Sans"/>
              </a:defRPr>
            </a:defPPr>
            <a:lvl1pPr>
              <a:defRPr sz="2250" b="0">
                <a:solidFill>
                  <a:srgbClr val="F5EEE1"/>
                </a:solidFill>
                <a:latin typeface="DejaVu Sans"/>
                <a:ea typeface="DejaVu Sans"/>
                <a:cs typeface="DejaVu Sans"/>
              </a:defRPr>
            </a:lvl1pPr>
            <a:lvl2pPr>
              <a:defRPr sz="2250" b="0">
                <a:solidFill>
                  <a:srgbClr val="F5EEE1"/>
                </a:solidFill>
                <a:latin typeface="DejaVu Sans"/>
                <a:ea typeface="DejaVu Sans"/>
                <a:cs typeface="DejaVu Sans"/>
              </a:defRPr>
            </a:lvl2pPr>
            <a:lvl3pPr>
              <a:defRPr sz="2250" b="0">
                <a:solidFill>
                  <a:srgbClr val="F5EEE1"/>
                </a:solidFill>
                <a:latin typeface="DejaVu Sans"/>
                <a:ea typeface="DejaVu Sans"/>
                <a:cs typeface="DejaVu Sans"/>
              </a:defRPr>
            </a:lvl3pPr>
            <a:lvl4pPr>
              <a:defRPr sz="2250" b="0">
                <a:solidFill>
                  <a:srgbClr val="F5EEE1"/>
                </a:solidFill>
                <a:latin typeface="DejaVu Sans"/>
                <a:ea typeface="DejaVu Sans"/>
                <a:cs typeface="DejaVu Sans"/>
              </a:defRPr>
            </a:lvl4pPr>
            <a:lvl5pPr>
              <a:defRPr sz="2250" b="0">
                <a:solidFill>
                  <a:srgbClr val="F5EEE1"/>
                </a:solidFill>
                <a:latin typeface="DejaVu Sans"/>
                <a:ea typeface="DejaVu Sans"/>
                <a:cs typeface="DejaVu Sans"/>
              </a:defRPr>
            </a:lvl5pPr>
            <a:lvl6pPr>
              <a:defRPr sz="2250" b="0">
                <a:solidFill>
                  <a:srgbClr val="F5EEE1"/>
                </a:solidFill>
                <a:latin typeface="DejaVu Sans"/>
                <a:ea typeface="DejaVu Sans"/>
                <a:cs typeface="DejaVu Sans"/>
              </a:defRPr>
            </a:lvl6pPr>
            <a:lvl7pPr>
              <a:defRPr sz="2250" b="0">
                <a:solidFill>
                  <a:srgbClr val="F5EEE1"/>
                </a:solidFill>
                <a:latin typeface="DejaVu Sans"/>
                <a:ea typeface="DejaVu Sans"/>
                <a:cs typeface="DejaVu Sans"/>
              </a:defRPr>
            </a:lvl7pPr>
            <a:lvl8pPr>
              <a:defRPr sz="2250" b="0">
                <a:solidFill>
                  <a:srgbClr val="F5EEE1"/>
                </a:solidFill>
                <a:latin typeface="DejaVu Sans"/>
                <a:ea typeface="DejaVu Sans"/>
                <a:cs typeface="DejaVu Sans"/>
              </a:defRPr>
            </a:lvl8pPr>
            <a:lvl9pPr>
              <a:defRPr sz="2250" b="0">
                <a:solidFill>
                  <a:srgbClr val="F5EEE1"/>
                </a:solidFill>
                <a:latin typeface="DejaVu Sans"/>
                <a:ea typeface="DejaVu Sans"/>
                <a:cs typeface="DejaVu Sans"/>
              </a:defRPr>
            </a:lvl9pPr>
          </a:lstStyle>
          <a:p xmlns:a="http://schemas.openxmlformats.org/drawingml/2006/main">
            <a:pPr>
              <a:defRPr sz="2250" b="0">
                <a:solidFill>
                  <a:srgbClr val="F5EEE1"/>
                </a:solidFill>
                <a:latin typeface="DejaVu Sans"/>
                <a:ea typeface="DejaVu Sans"/>
                <a:cs typeface="DejaVu Sans"/>
              </a:defRPr>
            </a:pPr>
            <a:r>
              <a:rPr sz="2250" b="0">
                <a:solidFill>
                  <a:srgbClr val="F5EEE1"/>
                </a:solidFill>
                <a:latin typeface="DejaVu Sans"/>
                <a:ea typeface="DejaVu Sans"/>
                <a:cs typeface="DejaVu Sans"/>
              </a:rPr>
              <a:t>Book and gift editions as a next step</a:t>
            </a:r>
          </a:p>
        </p:txBody>
      </p:sp>
      <p:sp>
        <p:nvSpPr>
          <p:cNvPr id="9" name="page">
            <a:extLst xmlns:a="http://schemas.openxmlformats.org/drawingml/2006/main">
              <a:ext uri="{FF2B5EF4-FFF2-40B4-BE49-F238E27FC236}">
                <a16:creationId xmlns:a16="http://schemas.microsoft.com/office/drawing/2014/main" id="{80171563-7CB5-4293-B945-1DB487C48B7E}"/>
              </a:ext>
            </a:extLst>
          </p:cNvPr>
          <p:cNvSpPr>
            <a:spLocks xmlns:a="http://schemas.openxmlformats.org/drawingml/2006/main" noGrp="1"/>
          </p:cNvSpPr>
          <p:nvPr/>
        </p:nvSpPr>
        <p:spPr>
          <a:xfrm xmlns:a="http://schemas.openxmlformats.org/drawingml/2006/main">
            <a:off x="11001375" y="6296025"/>
            <a:ext cx="762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00" b="0">
                <a:solidFill>
                  <a:srgbClr val="AAB4C8"/>
                </a:solidFill>
                <a:latin typeface="DejaVu Sans"/>
                <a:ea typeface="DejaVu Sans"/>
                <a:cs typeface="DejaVu Sans"/>
              </a:defRPr>
            </a:defPPr>
            <a:lvl1pPr>
              <a:defRPr sz="1200" b="0">
                <a:solidFill>
                  <a:srgbClr val="AAB4C8"/>
                </a:solidFill>
                <a:latin typeface="DejaVu Sans"/>
                <a:ea typeface="DejaVu Sans"/>
                <a:cs typeface="DejaVu Sans"/>
              </a:defRPr>
            </a:lvl1pPr>
            <a:lvl2pPr>
              <a:defRPr sz="1200" b="0">
                <a:solidFill>
                  <a:srgbClr val="AAB4C8"/>
                </a:solidFill>
                <a:latin typeface="DejaVu Sans"/>
                <a:ea typeface="DejaVu Sans"/>
                <a:cs typeface="DejaVu Sans"/>
              </a:defRPr>
            </a:lvl2pPr>
            <a:lvl3pPr>
              <a:defRPr sz="1200" b="0">
                <a:solidFill>
                  <a:srgbClr val="AAB4C8"/>
                </a:solidFill>
                <a:latin typeface="DejaVu Sans"/>
                <a:ea typeface="DejaVu Sans"/>
                <a:cs typeface="DejaVu Sans"/>
              </a:defRPr>
            </a:lvl3pPr>
            <a:lvl4pPr>
              <a:defRPr sz="1200" b="0">
                <a:solidFill>
                  <a:srgbClr val="AAB4C8"/>
                </a:solidFill>
                <a:latin typeface="DejaVu Sans"/>
                <a:ea typeface="DejaVu Sans"/>
                <a:cs typeface="DejaVu Sans"/>
              </a:defRPr>
            </a:lvl4pPr>
            <a:lvl5pPr>
              <a:defRPr sz="1200" b="0">
                <a:solidFill>
                  <a:srgbClr val="AAB4C8"/>
                </a:solidFill>
                <a:latin typeface="DejaVu Sans"/>
                <a:ea typeface="DejaVu Sans"/>
                <a:cs typeface="DejaVu Sans"/>
              </a:defRPr>
            </a:lvl5pPr>
            <a:lvl6pPr>
              <a:defRPr sz="1200" b="0">
                <a:solidFill>
                  <a:srgbClr val="AAB4C8"/>
                </a:solidFill>
                <a:latin typeface="DejaVu Sans"/>
                <a:ea typeface="DejaVu Sans"/>
                <a:cs typeface="DejaVu Sans"/>
              </a:defRPr>
            </a:lvl6pPr>
            <a:lvl7pPr>
              <a:defRPr sz="1200" b="0">
                <a:solidFill>
                  <a:srgbClr val="AAB4C8"/>
                </a:solidFill>
                <a:latin typeface="DejaVu Sans"/>
                <a:ea typeface="DejaVu Sans"/>
                <a:cs typeface="DejaVu Sans"/>
              </a:defRPr>
            </a:lvl7pPr>
            <a:lvl8pPr>
              <a:defRPr sz="1200" b="0">
                <a:solidFill>
                  <a:srgbClr val="AAB4C8"/>
                </a:solidFill>
                <a:latin typeface="DejaVu Sans"/>
                <a:ea typeface="DejaVu Sans"/>
                <a:cs typeface="DejaVu Sans"/>
              </a:defRPr>
            </a:lvl8pPr>
            <a:lvl9pPr>
              <a:defRPr sz="1200" b="0">
                <a:solidFill>
                  <a:srgbClr val="AAB4C8"/>
                </a:solidFill>
                <a:latin typeface="DejaVu Sans"/>
                <a:ea typeface="DejaVu Sans"/>
                <a:cs typeface="DejaVu Sans"/>
              </a:defRPr>
            </a:lvl9pPr>
          </a:lstStyle>
          <a:p xmlns:a="http://schemas.openxmlformats.org/drawingml/2006/main">
            <a:pPr>
              <a:defRPr sz="1200" b="0">
                <a:solidFill>
                  <a:srgbClr val="AAB4C8"/>
                </a:solidFill>
                <a:latin typeface="DejaVu Sans"/>
                <a:ea typeface="DejaVu Sans"/>
                <a:cs typeface="DejaVu Sans"/>
              </a:defRPr>
            </a:pPr>
            <a:r>
              <a:rPr sz="1200" b="0">
                <a:solidFill>
                  <a:srgbClr val="AAB4C8"/>
                </a:solidFill>
                <a:latin typeface="DejaVu Sans"/>
                <a:ea typeface="DejaVu Sans"/>
                <a:cs typeface="DejaVu Sans"/>
              </a:rPr>
              <a:t>5 / 7</a:t>
            </a:r>
          </a:p>
        </p:txBody>
      </p:sp>
    </p:spTree>
    <p:extLst>
      <p:ext uri="{BB962C8B-B14F-4D97-AF65-F5344CB8AC3E}">
        <p14:creationId xmlns:p14="http://schemas.microsoft.com/office/powerpoint/2010/main" val="306282648"/>
      </p:ext>
    </p:extLst>
  </p:cSld>
  <p:transition spd="med" advTm="10000">
    <p:fade/>
  </p:transition>
</p:sld>
</file>

<file path=ppt/slides/slide6.xml><?xml version="1.0" encoding="utf-8"?>
<p:sld xmlns:p="http://schemas.openxmlformats.org/presentationml/2006/main">
  <p:cSld>
    <p:bg>
      <p:bgPr>
        <a:solidFill xmlns:a="http://schemas.openxmlformats.org/drawingml/2006/main">
          <a:srgbClr val="111C33"/>
        </a:solidFill>
      </p:bgPr>
    </p:bg>
    <p:spTree>
      <p:nvGrpSpPr>
        <p:cNvPr id="1" name=""/>
        <p:cNvGrpSpPr/>
        <p:nvPr/>
      </p:nvGrpSpPr>
      <p:grpSpPr>
        <a:xfrm xmlns:a="http://schemas.openxmlformats.org/drawingml/2006/main"/>
      </p:grpSpPr>
      <p:sp>
        <p:nvSpPr>
          <p:cNvPr id="9" name="title">
            <a:extLst xmlns:a="http://schemas.openxmlformats.org/drawingml/2006/main">
              <a:ext uri="{FF2B5EF4-FFF2-40B4-BE49-F238E27FC236}">
                <a16:creationId xmlns:a16="http://schemas.microsoft.com/office/drawing/2014/main" id="{35F203C3-8F38-428D-A255-FF5FB187E103}"/>
              </a:ext>
            </a:extLst>
          </p:cNvPr>
          <p:cNvSpPr>
            <a:spLocks xmlns:a="http://schemas.openxmlformats.org/drawingml/2006/main" noGrp="1"/>
          </p:cNvSpPr>
          <p:nvPr/>
        </p:nvSpPr>
        <p:spPr>
          <a:xfrm xmlns:a="http://schemas.openxmlformats.org/drawingml/2006/main">
            <a:off x="609600" y="590550"/>
            <a:ext cx="106680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3300" b="1">
                <a:solidFill>
                  <a:srgbClr val="F7F2E8"/>
                </a:solidFill>
                <a:latin typeface="DejaVu Sans"/>
                <a:ea typeface="DejaVu Sans"/>
                <a:cs typeface="DejaVu Sans"/>
              </a:defRPr>
            </a:defPPr>
            <a:lvl1pPr>
              <a:defRPr sz="3300" b="1">
                <a:solidFill>
                  <a:srgbClr val="F7F2E8"/>
                </a:solidFill>
                <a:latin typeface="DejaVu Sans"/>
                <a:ea typeface="DejaVu Sans"/>
                <a:cs typeface="DejaVu Sans"/>
              </a:defRPr>
            </a:lvl1pPr>
            <a:lvl2pPr>
              <a:defRPr sz="3300" b="1">
                <a:solidFill>
                  <a:srgbClr val="F7F2E8"/>
                </a:solidFill>
                <a:latin typeface="DejaVu Sans"/>
                <a:ea typeface="DejaVu Sans"/>
                <a:cs typeface="DejaVu Sans"/>
              </a:defRPr>
            </a:lvl2pPr>
            <a:lvl3pPr>
              <a:defRPr sz="3300" b="1">
                <a:solidFill>
                  <a:srgbClr val="F7F2E8"/>
                </a:solidFill>
                <a:latin typeface="DejaVu Sans"/>
                <a:ea typeface="DejaVu Sans"/>
                <a:cs typeface="DejaVu Sans"/>
              </a:defRPr>
            </a:lvl3pPr>
            <a:lvl4pPr>
              <a:defRPr sz="3300" b="1">
                <a:solidFill>
                  <a:srgbClr val="F7F2E8"/>
                </a:solidFill>
                <a:latin typeface="DejaVu Sans"/>
                <a:ea typeface="DejaVu Sans"/>
                <a:cs typeface="DejaVu Sans"/>
              </a:defRPr>
            </a:lvl4pPr>
            <a:lvl5pPr>
              <a:defRPr sz="3300" b="1">
                <a:solidFill>
                  <a:srgbClr val="F7F2E8"/>
                </a:solidFill>
                <a:latin typeface="DejaVu Sans"/>
                <a:ea typeface="DejaVu Sans"/>
                <a:cs typeface="DejaVu Sans"/>
              </a:defRPr>
            </a:lvl5pPr>
            <a:lvl6pPr>
              <a:defRPr sz="3300" b="1">
                <a:solidFill>
                  <a:srgbClr val="F7F2E8"/>
                </a:solidFill>
                <a:latin typeface="DejaVu Sans"/>
                <a:ea typeface="DejaVu Sans"/>
                <a:cs typeface="DejaVu Sans"/>
              </a:defRPr>
            </a:lvl6pPr>
            <a:lvl7pPr>
              <a:defRPr sz="3300" b="1">
                <a:solidFill>
                  <a:srgbClr val="F7F2E8"/>
                </a:solidFill>
                <a:latin typeface="DejaVu Sans"/>
                <a:ea typeface="DejaVu Sans"/>
                <a:cs typeface="DejaVu Sans"/>
              </a:defRPr>
            </a:lvl7pPr>
            <a:lvl8pPr>
              <a:defRPr sz="3300" b="1">
                <a:solidFill>
                  <a:srgbClr val="F7F2E8"/>
                </a:solidFill>
                <a:latin typeface="DejaVu Sans"/>
                <a:ea typeface="DejaVu Sans"/>
                <a:cs typeface="DejaVu Sans"/>
              </a:defRPr>
            </a:lvl8pPr>
            <a:lvl9pPr>
              <a:defRPr sz="3300" b="1">
                <a:solidFill>
                  <a:srgbClr val="F7F2E8"/>
                </a:solidFill>
                <a:latin typeface="DejaVu Sans"/>
                <a:ea typeface="DejaVu Sans"/>
                <a:cs typeface="DejaVu Sans"/>
              </a:defRPr>
            </a:lvl9pPr>
          </a:lstStyle>
          <a:p xmlns:a="http://schemas.openxmlformats.org/drawingml/2006/main">
            <a:pPr>
              <a:defRPr sz="3300" b="1">
                <a:solidFill>
                  <a:srgbClr val="F7F2E8"/>
                </a:solidFill>
                <a:latin typeface="DejaVu Sans"/>
                <a:ea typeface="DejaVu Sans"/>
                <a:cs typeface="DejaVu Sans"/>
              </a:defRPr>
            </a:pPr>
            <a:r>
              <a:rPr sz="3300" b="1">
                <a:solidFill>
                  <a:srgbClr val="F7F2E8"/>
                </a:solidFill>
                <a:latin typeface="DejaVu Sans"/>
                <a:ea typeface="DejaVu Sans"/>
                <a:cs typeface="DejaVu Sans"/>
              </a:rPr>
              <a:t>The next milestone</a:t>
            </a:r>
          </a:p>
        </p:txBody>
      </p:sp>
      <p:sp>
        <p:nvSpPr>
          <p:cNvPr id="2" name="subtitle">
            <a:extLst xmlns:a="http://schemas.openxmlformats.org/drawingml/2006/main">
              <a:ext uri="{FF2B5EF4-FFF2-40B4-BE49-F238E27FC236}">
                <a16:creationId xmlns:a16="http://schemas.microsoft.com/office/drawing/2014/main" id="{9CBF0715-E706-4F03-8D12-809581596EB5}"/>
              </a:ext>
            </a:extLst>
          </p:cNvPr>
          <p:cNvSpPr>
            <a:spLocks xmlns:a="http://schemas.openxmlformats.org/drawingml/2006/main" noGrp="1"/>
          </p:cNvSpPr>
          <p:nvPr/>
        </p:nvSpPr>
        <p:spPr>
          <a:xfrm xmlns:a="http://schemas.openxmlformats.org/drawingml/2006/main">
            <a:off x="647700" y="1524000"/>
            <a:ext cx="4762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400" b="0">
                <a:solidFill>
                  <a:srgbClr val="E4C99E"/>
                </a:solidFill>
                <a:latin typeface="DejaVu Sans"/>
                <a:ea typeface="DejaVu Sans"/>
                <a:cs typeface="DejaVu Sans"/>
              </a:defRPr>
            </a:defPPr>
            <a:lvl1pPr>
              <a:defRPr sz="2400" b="0">
                <a:solidFill>
                  <a:srgbClr val="E4C99E"/>
                </a:solidFill>
                <a:latin typeface="DejaVu Sans"/>
                <a:ea typeface="DejaVu Sans"/>
                <a:cs typeface="DejaVu Sans"/>
              </a:defRPr>
            </a:lvl1pPr>
            <a:lvl2pPr>
              <a:defRPr sz="2400" b="0">
                <a:solidFill>
                  <a:srgbClr val="E4C99E"/>
                </a:solidFill>
                <a:latin typeface="DejaVu Sans"/>
                <a:ea typeface="DejaVu Sans"/>
                <a:cs typeface="DejaVu Sans"/>
              </a:defRPr>
            </a:lvl2pPr>
            <a:lvl3pPr>
              <a:defRPr sz="2400" b="0">
                <a:solidFill>
                  <a:srgbClr val="E4C99E"/>
                </a:solidFill>
                <a:latin typeface="DejaVu Sans"/>
                <a:ea typeface="DejaVu Sans"/>
                <a:cs typeface="DejaVu Sans"/>
              </a:defRPr>
            </a:lvl3pPr>
            <a:lvl4pPr>
              <a:defRPr sz="2400" b="0">
                <a:solidFill>
                  <a:srgbClr val="E4C99E"/>
                </a:solidFill>
                <a:latin typeface="DejaVu Sans"/>
                <a:ea typeface="DejaVu Sans"/>
                <a:cs typeface="DejaVu Sans"/>
              </a:defRPr>
            </a:lvl4pPr>
            <a:lvl5pPr>
              <a:defRPr sz="2400" b="0">
                <a:solidFill>
                  <a:srgbClr val="E4C99E"/>
                </a:solidFill>
                <a:latin typeface="DejaVu Sans"/>
                <a:ea typeface="DejaVu Sans"/>
                <a:cs typeface="DejaVu Sans"/>
              </a:defRPr>
            </a:lvl5pPr>
            <a:lvl6pPr>
              <a:defRPr sz="2400" b="0">
                <a:solidFill>
                  <a:srgbClr val="E4C99E"/>
                </a:solidFill>
                <a:latin typeface="DejaVu Sans"/>
                <a:ea typeface="DejaVu Sans"/>
                <a:cs typeface="DejaVu Sans"/>
              </a:defRPr>
            </a:lvl6pPr>
            <a:lvl7pPr>
              <a:defRPr sz="2400" b="0">
                <a:solidFill>
                  <a:srgbClr val="E4C99E"/>
                </a:solidFill>
                <a:latin typeface="DejaVu Sans"/>
                <a:ea typeface="DejaVu Sans"/>
                <a:cs typeface="DejaVu Sans"/>
              </a:defRPr>
            </a:lvl7pPr>
            <a:lvl8pPr>
              <a:defRPr sz="2400" b="0">
                <a:solidFill>
                  <a:srgbClr val="E4C99E"/>
                </a:solidFill>
                <a:latin typeface="DejaVu Sans"/>
                <a:ea typeface="DejaVu Sans"/>
                <a:cs typeface="DejaVu Sans"/>
              </a:defRPr>
            </a:lvl8pPr>
            <a:lvl9pPr>
              <a:defRPr sz="2400" b="0">
                <a:solidFill>
                  <a:srgbClr val="E4C99E"/>
                </a:solidFill>
                <a:latin typeface="DejaVu Sans"/>
                <a:ea typeface="DejaVu Sans"/>
                <a:cs typeface="DejaVu Sans"/>
              </a:defRPr>
            </a:lvl9pPr>
          </a:lstStyle>
          <a:p xmlns:a="http://schemas.openxmlformats.org/drawingml/2006/main">
            <a:pPr>
              <a:defRPr sz="2400" b="0">
                <a:solidFill>
                  <a:srgbClr val="E4C99E"/>
                </a:solidFill>
                <a:latin typeface="DejaVu Sans"/>
                <a:ea typeface="DejaVu Sans"/>
                <a:cs typeface="DejaVu Sans"/>
              </a:defRPr>
            </a:pPr>
            <a:r>
              <a:rPr sz="2400" b="0">
                <a:solidFill>
                  <a:srgbClr val="E4C99E"/>
                </a:solidFill>
                <a:latin typeface="DejaVu Sans"/>
                <a:ea typeface="DejaVu Sans"/>
                <a:cs typeface="DejaVu Sans"/>
              </a:rPr>
              <a:t>A reliable book experience</a:t>
            </a:r>
          </a:p>
        </p:txBody>
      </p:sp>
      <p:sp>
        <p:nvSpPr>
          <p:cNvPr id="3" name="body-0">
            <a:extLst xmlns:a="http://schemas.openxmlformats.org/drawingml/2006/main">
              <a:ext uri="{FF2B5EF4-FFF2-40B4-BE49-F238E27FC236}">
                <a16:creationId xmlns:a16="http://schemas.microsoft.com/office/drawing/2014/main" id="{4CEF306E-993A-4AD4-AC14-B06CDAC94CD7}"/>
              </a:ext>
            </a:extLst>
          </p:cNvPr>
          <p:cNvSpPr>
            <a:spLocks xmlns:a="http://schemas.openxmlformats.org/drawingml/2006/main" noGrp="1"/>
          </p:cNvSpPr>
          <p:nvPr/>
        </p:nvSpPr>
        <p:spPr>
          <a:xfrm xmlns:a="http://schemas.openxmlformats.org/drawingml/2006/main">
            <a:off x="647700" y="2857500"/>
            <a:ext cx="46672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025" b="0">
                <a:solidFill>
                  <a:srgbClr val="F5EEE1"/>
                </a:solidFill>
                <a:latin typeface="DejaVu Sans"/>
                <a:ea typeface="DejaVu Sans"/>
                <a:cs typeface="DejaVu Sans"/>
              </a:defRPr>
            </a:defPPr>
            <a:lvl1pPr>
              <a:defRPr sz="2025" b="0">
                <a:solidFill>
                  <a:srgbClr val="F5EEE1"/>
                </a:solidFill>
                <a:latin typeface="DejaVu Sans"/>
                <a:ea typeface="DejaVu Sans"/>
                <a:cs typeface="DejaVu Sans"/>
              </a:defRPr>
            </a:lvl1pPr>
            <a:lvl2pPr>
              <a:defRPr sz="2025" b="0">
                <a:solidFill>
                  <a:srgbClr val="F5EEE1"/>
                </a:solidFill>
                <a:latin typeface="DejaVu Sans"/>
                <a:ea typeface="DejaVu Sans"/>
                <a:cs typeface="DejaVu Sans"/>
              </a:defRPr>
            </a:lvl2pPr>
            <a:lvl3pPr>
              <a:defRPr sz="2025" b="0">
                <a:solidFill>
                  <a:srgbClr val="F5EEE1"/>
                </a:solidFill>
                <a:latin typeface="DejaVu Sans"/>
                <a:ea typeface="DejaVu Sans"/>
                <a:cs typeface="DejaVu Sans"/>
              </a:defRPr>
            </a:lvl3pPr>
            <a:lvl4pPr>
              <a:defRPr sz="2025" b="0">
                <a:solidFill>
                  <a:srgbClr val="F5EEE1"/>
                </a:solidFill>
                <a:latin typeface="DejaVu Sans"/>
                <a:ea typeface="DejaVu Sans"/>
                <a:cs typeface="DejaVu Sans"/>
              </a:defRPr>
            </a:lvl4pPr>
            <a:lvl5pPr>
              <a:defRPr sz="2025" b="0">
                <a:solidFill>
                  <a:srgbClr val="F5EEE1"/>
                </a:solidFill>
                <a:latin typeface="DejaVu Sans"/>
                <a:ea typeface="DejaVu Sans"/>
                <a:cs typeface="DejaVu Sans"/>
              </a:defRPr>
            </a:lvl5pPr>
            <a:lvl6pPr>
              <a:defRPr sz="2025" b="0">
                <a:solidFill>
                  <a:srgbClr val="F5EEE1"/>
                </a:solidFill>
                <a:latin typeface="DejaVu Sans"/>
                <a:ea typeface="DejaVu Sans"/>
                <a:cs typeface="DejaVu Sans"/>
              </a:defRPr>
            </a:lvl6pPr>
            <a:lvl7pPr>
              <a:defRPr sz="2025" b="0">
                <a:solidFill>
                  <a:srgbClr val="F5EEE1"/>
                </a:solidFill>
                <a:latin typeface="DejaVu Sans"/>
                <a:ea typeface="DejaVu Sans"/>
                <a:cs typeface="DejaVu Sans"/>
              </a:defRPr>
            </a:lvl7pPr>
            <a:lvl8pPr>
              <a:defRPr sz="2025" b="0">
                <a:solidFill>
                  <a:srgbClr val="F5EEE1"/>
                </a:solidFill>
                <a:latin typeface="DejaVu Sans"/>
                <a:ea typeface="DejaVu Sans"/>
                <a:cs typeface="DejaVu Sans"/>
              </a:defRPr>
            </a:lvl8pPr>
            <a:lvl9pPr>
              <a:defRPr sz="2025" b="0">
                <a:solidFill>
                  <a:srgbClr val="F5EEE1"/>
                </a:solidFill>
                <a:latin typeface="DejaVu Sans"/>
                <a:ea typeface="DejaVu Sans"/>
                <a:cs typeface="DejaVu Sans"/>
              </a:defRPr>
            </a:lvl9pPr>
          </a:lstStyle>
          <a:p xmlns:a="http://schemas.openxmlformats.org/drawingml/2006/main">
            <a:pPr>
              <a:defRPr sz="2025" b="0">
                <a:solidFill>
                  <a:srgbClr val="F5EEE1"/>
                </a:solidFill>
                <a:latin typeface="DejaVu Sans"/>
                <a:ea typeface="DejaVu Sans"/>
                <a:cs typeface="DejaVu Sans"/>
              </a:defRPr>
            </a:pPr>
            <a:r>
              <a:rPr sz="2025" b="0">
                <a:solidFill>
                  <a:srgbClr val="F5EEE1"/>
                </a:solidFill>
                <a:latin typeface="DejaVu Sans"/>
                <a:ea typeface="DejaVu Sans"/>
                <a:cs typeface="DejaVu Sans"/>
              </a:rPr>
              <a:t>Consistent report quality</a:t>
            </a:r>
          </a:p>
        </p:txBody>
      </p:sp>
      <p:sp>
        <p:nvSpPr>
          <p:cNvPr id="4" name="body-1">
            <a:extLst xmlns:a="http://schemas.openxmlformats.org/drawingml/2006/main">
              <a:ext uri="{FF2B5EF4-FFF2-40B4-BE49-F238E27FC236}">
                <a16:creationId xmlns:a16="http://schemas.microsoft.com/office/drawing/2014/main" id="{ED55CD47-5A10-4D40-9B30-0FB65C765A98}"/>
              </a:ext>
            </a:extLst>
          </p:cNvPr>
          <p:cNvSpPr>
            <a:spLocks xmlns:a="http://schemas.openxmlformats.org/drawingml/2006/main" noGrp="1"/>
          </p:cNvSpPr>
          <p:nvPr/>
        </p:nvSpPr>
        <p:spPr>
          <a:xfrm xmlns:a="http://schemas.openxmlformats.org/drawingml/2006/main">
            <a:off x="647700" y="3619500"/>
            <a:ext cx="46672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025" b="0">
                <a:solidFill>
                  <a:srgbClr val="F5EEE1"/>
                </a:solidFill>
                <a:latin typeface="DejaVu Sans"/>
                <a:ea typeface="DejaVu Sans"/>
                <a:cs typeface="DejaVu Sans"/>
              </a:defRPr>
            </a:defPPr>
            <a:lvl1pPr>
              <a:defRPr sz="2025" b="0">
                <a:solidFill>
                  <a:srgbClr val="F5EEE1"/>
                </a:solidFill>
                <a:latin typeface="DejaVu Sans"/>
                <a:ea typeface="DejaVu Sans"/>
                <a:cs typeface="DejaVu Sans"/>
              </a:defRPr>
            </a:lvl1pPr>
            <a:lvl2pPr>
              <a:defRPr sz="2025" b="0">
                <a:solidFill>
                  <a:srgbClr val="F5EEE1"/>
                </a:solidFill>
                <a:latin typeface="DejaVu Sans"/>
                <a:ea typeface="DejaVu Sans"/>
                <a:cs typeface="DejaVu Sans"/>
              </a:defRPr>
            </a:lvl2pPr>
            <a:lvl3pPr>
              <a:defRPr sz="2025" b="0">
                <a:solidFill>
                  <a:srgbClr val="F5EEE1"/>
                </a:solidFill>
                <a:latin typeface="DejaVu Sans"/>
                <a:ea typeface="DejaVu Sans"/>
                <a:cs typeface="DejaVu Sans"/>
              </a:defRPr>
            </a:lvl3pPr>
            <a:lvl4pPr>
              <a:defRPr sz="2025" b="0">
                <a:solidFill>
                  <a:srgbClr val="F5EEE1"/>
                </a:solidFill>
                <a:latin typeface="DejaVu Sans"/>
                <a:ea typeface="DejaVu Sans"/>
                <a:cs typeface="DejaVu Sans"/>
              </a:defRPr>
            </a:lvl4pPr>
            <a:lvl5pPr>
              <a:defRPr sz="2025" b="0">
                <a:solidFill>
                  <a:srgbClr val="F5EEE1"/>
                </a:solidFill>
                <a:latin typeface="DejaVu Sans"/>
                <a:ea typeface="DejaVu Sans"/>
                <a:cs typeface="DejaVu Sans"/>
              </a:defRPr>
            </a:lvl5pPr>
            <a:lvl6pPr>
              <a:defRPr sz="2025" b="0">
                <a:solidFill>
                  <a:srgbClr val="F5EEE1"/>
                </a:solidFill>
                <a:latin typeface="DejaVu Sans"/>
                <a:ea typeface="DejaVu Sans"/>
                <a:cs typeface="DejaVu Sans"/>
              </a:defRPr>
            </a:lvl6pPr>
            <a:lvl7pPr>
              <a:defRPr sz="2025" b="0">
                <a:solidFill>
                  <a:srgbClr val="F5EEE1"/>
                </a:solidFill>
                <a:latin typeface="DejaVu Sans"/>
                <a:ea typeface="DejaVu Sans"/>
                <a:cs typeface="DejaVu Sans"/>
              </a:defRPr>
            </a:lvl7pPr>
            <a:lvl8pPr>
              <a:defRPr sz="2025" b="0">
                <a:solidFill>
                  <a:srgbClr val="F5EEE1"/>
                </a:solidFill>
                <a:latin typeface="DejaVu Sans"/>
                <a:ea typeface="DejaVu Sans"/>
                <a:cs typeface="DejaVu Sans"/>
              </a:defRPr>
            </a:lvl8pPr>
            <a:lvl9pPr>
              <a:defRPr sz="2025" b="0">
                <a:solidFill>
                  <a:srgbClr val="F5EEE1"/>
                </a:solidFill>
                <a:latin typeface="DejaVu Sans"/>
                <a:ea typeface="DejaVu Sans"/>
                <a:cs typeface="DejaVu Sans"/>
              </a:defRPr>
            </a:lvl9pPr>
          </a:lstStyle>
          <a:p xmlns:a="http://schemas.openxmlformats.org/drawingml/2006/main">
            <a:pPr>
              <a:defRPr sz="2025" b="0">
                <a:solidFill>
                  <a:srgbClr val="F5EEE1"/>
                </a:solidFill>
                <a:latin typeface="DejaVu Sans"/>
                <a:ea typeface="DejaVu Sans"/>
                <a:cs typeface="DejaVu Sans"/>
              </a:defRPr>
            </a:pPr>
            <a:r>
              <a:rPr sz="2025" b="0">
                <a:solidFill>
                  <a:srgbClr val="F5EEE1"/>
                </a:solidFill>
                <a:latin typeface="DejaVu Sans"/>
                <a:ea typeface="DejaVu Sans"/>
                <a:cs typeface="DejaVu Sans"/>
              </a:rPr>
              <a:t>A validated print sample</a:t>
            </a:r>
          </a:p>
        </p:txBody>
      </p:sp>
      <p:sp>
        <p:nvSpPr>
          <p:cNvPr id="5" name="body-2">
            <a:extLst xmlns:a="http://schemas.openxmlformats.org/drawingml/2006/main">
              <a:ext uri="{FF2B5EF4-FFF2-40B4-BE49-F238E27FC236}">
                <a16:creationId xmlns:a16="http://schemas.microsoft.com/office/drawing/2014/main" id="{EEE94969-40D3-4C15-A741-87BF3E5155CE}"/>
              </a:ext>
            </a:extLst>
          </p:cNvPr>
          <p:cNvSpPr>
            <a:spLocks xmlns:a="http://schemas.openxmlformats.org/drawingml/2006/main" noGrp="1"/>
          </p:cNvSpPr>
          <p:nvPr/>
        </p:nvSpPr>
        <p:spPr>
          <a:xfrm xmlns:a="http://schemas.openxmlformats.org/drawingml/2006/main">
            <a:off x="647700" y="4381500"/>
            <a:ext cx="46672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025" b="0">
                <a:solidFill>
                  <a:srgbClr val="F5EEE1"/>
                </a:solidFill>
                <a:latin typeface="DejaVu Sans"/>
                <a:ea typeface="DejaVu Sans"/>
                <a:cs typeface="DejaVu Sans"/>
              </a:defRPr>
            </a:defPPr>
            <a:lvl1pPr>
              <a:defRPr sz="2025" b="0">
                <a:solidFill>
                  <a:srgbClr val="F5EEE1"/>
                </a:solidFill>
                <a:latin typeface="DejaVu Sans"/>
                <a:ea typeface="DejaVu Sans"/>
                <a:cs typeface="DejaVu Sans"/>
              </a:defRPr>
            </a:lvl1pPr>
            <a:lvl2pPr>
              <a:defRPr sz="2025" b="0">
                <a:solidFill>
                  <a:srgbClr val="F5EEE1"/>
                </a:solidFill>
                <a:latin typeface="DejaVu Sans"/>
                <a:ea typeface="DejaVu Sans"/>
                <a:cs typeface="DejaVu Sans"/>
              </a:defRPr>
            </a:lvl2pPr>
            <a:lvl3pPr>
              <a:defRPr sz="2025" b="0">
                <a:solidFill>
                  <a:srgbClr val="F5EEE1"/>
                </a:solidFill>
                <a:latin typeface="DejaVu Sans"/>
                <a:ea typeface="DejaVu Sans"/>
                <a:cs typeface="DejaVu Sans"/>
              </a:defRPr>
            </a:lvl3pPr>
            <a:lvl4pPr>
              <a:defRPr sz="2025" b="0">
                <a:solidFill>
                  <a:srgbClr val="F5EEE1"/>
                </a:solidFill>
                <a:latin typeface="DejaVu Sans"/>
                <a:ea typeface="DejaVu Sans"/>
                <a:cs typeface="DejaVu Sans"/>
              </a:defRPr>
            </a:lvl4pPr>
            <a:lvl5pPr>
              <a:defRPr sz="2025" b="0">
                <a:solidFill>
                  <a:srgbClr val="F5EEE1"/>
                </a:solidFill>
                <a:latin typeface="DejaVu Sans"/>
                <a:ea typeface="DejaVu Sans"/>
                <a:cs typeface="DejaVu Sans"/>
              </a:defRPr>
            </a:lvl5pPr>
            <a:lvl6pPr>
              <a:defRPr sz="2025" b="0">
                <a:solidFill>
                  <a:srgbClr val="F5EEE1"/>
                </a:solidFill>
                <a:latin typeface="DejaVu Sans"/>
                <a:ea typeface="DejaVu Sans"/>
                <a:cs typeface="DejaVu Sans"/>
              </a:defRPr>
            </a:lvl6pPr>
            <a:lvl7pPr>
              <a:defRPr sz="2025" b="0">
                <a:solidFill>
                  <a:srgbClr val="F5EEE1"/>
                </a:solidFill>
                <a:latin typeface="DejaVu Sans"/>
                <a:ea typeface="DejaVu Sans"/>
                <a:cs typeface="DejaVu Sans"/>
              </a:defRPr>
            </a:lvl7pPr>
            <a:lvl8pPr>
              <a:defRPr sz="2025" b="0">
                <a:solidFill>
                  <a:srgbClr val="F5EEE1"/>
                </a:solidFill>
                <a:latin typeface="DejaVu Sans"/>
                <a:ea typeface="DejaVu Sans"/>
                <a:cs typeface="DejaVu Sans"/>
              </a:defRPr>
            </a:lvl8pPr>
            <a:lvl9pPr>
              <a:defRPr sz="2025" b="0">
                <a:solidFill>
                  <a:srgbClr val="F5EEE1"/>
                </a:solidFill>
                <a:latin typeface="DejaVu Sans"/>
                <a:ea typeface="DejaVu Sans"/>
                <a:cs typeface="DejaVu Sans"/>
              </a:defRPr>
            </a:lvl9pPr>
          </a:lstStyle>
          <a:p xmlns:a="http://schemas.openxmlformats.org/drawingml/2006/main">
            <a:pPr>
              <a:defRPr sz="2025" b="0">
                <a:solidFill>
                  <a:srgbClr val="F5EEE1"/>
                </a:solidFill>
                <a:latin typeface="DejaVu Sans"/>
                <a:ea typeface="DejaVu Sans"/>
                <a:cs typeface="DejaVu Sans"/>
              </a:defRPr>
            </a:pPr>
            <a:r>
              <a:rPr sz="2025" b="0">
                <a:solidFill>
                  <a:srgbClr val="F5EEE1"/>
                </a:solidFill>
                <a:latin typeface="DejaVu Sans"/>
                <a:ea typeface="DejaVu Sans"/>
                <a:cs typeface="DejaVu Sans"/>
              </a:rPr>
              <a:t>A small gift-product pilot</a:t>
            </a:r>
          </a:p>
        </p:txBody>
      </p:sp>
      <p:pic>
        <p:nvPicPr>
          <p:cNvPr id="6" name="">
            <a:extLst xmlns:a="http://schemas.openxmlformats.org/drawingml/2006/main">
              <a:ext uri="{FF2B5EF4-FFF2-40B4-BE49-F238E27FC236}">
                <a16:creationId xmlns:a16="http://schemas.microsoft.com/office/drawing/2014/main" id="{E42875C0-9D9E-45F3-A77D-17FACB67C580}"/>
              </a:ext>
            </a:extLst>
          </p:cNvPr>
          <p:cNvPicPr>
            <a:picLocks xmlns:a="http://schemas.openxmlformats.org/drawingml/2006/main" noChangeAspect="1"/>
          </p:cNvPicPr>
          <p:nvPr/>
        </p:nvPicPr>
        <p:blipFill>
          <a:blip xmlns:r="http://schemas.openxmlformats.org/officeDocument/2006/relationships" xmlns:a="http://schemas.openxmlformats.org/drawingml/2006/main" r:embed="R3490518009c4490a"/>
          <a:stretch xmlns:a="http://schemas.openxmlformats.org/drawingml/2006/main"/>
        </p:blipFill>
        <p:spPr>
          <a:xfrm xmlns:a="http://schemas.openxmlformats.org/drawingml/2006/main">
            <a:off x="5715000" y="1984498"/>
            <a:ext cx="5810250" cy="3270003"/>
          </a:xfrm>
          <a:prstGeom xmlns:a="http://schemas.openxmlformats.org/drawingml/2006/main" prst="rect">
            <a:avLst/>
          </a:prstGeom>
        </p:spPr>
      </p:pic>
      <p:sp>
        <p:nvSpPr>
          <p:cNvPr id="7" name="disclosure">
            <a:extLst xmlns:a="http://schemas.openxmlformats.org/drawingml/2006/main">
              <a:ext uri="{FF2B5EF4-FFF2-40B4-BE49-F238E27FC236}">
                <a16:creationId xmlns:a16="http://schemas.microsoft.com/office/drawing/2014/main" id="{EB5B6BAF-B0D7-4D9D-B8E8-BD3932D5332B}"/>
              </a:ext>
            </a:extLst>
          </p:cNvPr>
          <p:cNvSpPr>
            <a:spLocks xmlns:a="http://schemas.openxmlformats.org/drawingml/2006/main" noGrp="1"/>
          </p:cNvSpPr>
          <p:nvPr/>
        </p:nvSpPr>
        <p:spPr>
          <a:xfrm xmlns:a="http://schemas.openxmlformats.org/drawingml/2006/main">
            <a:off x="5905500" y="5619750"/>
            <a:ext cx="5524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650" b="0">
                <a:solidFill>
                  <a:srgbClr val="E4C99E"/>
                </a:solidFill>
                <a:latin typeface="DejaVu Sans"/>
                <a:ea typeface="DejaVu Sans"/>
                <a:cs typeface="DejaVu Sans"/>
              </a:defRPr>
            </a:defPPr>
            <a:lvl1pPr>
              <a:defRPr sz="1650" b="0">
                <a:solidFill>
                  <a:srgbClr val="E4C99E"/>
                </a:solidFill>
                <a:latin typeface="DejaVu Sans"/>
                <a:ea typeface="DejaVu Sans"/>
                <a:cs typeface="DejaVu Sans"/>
              </a:defRPr>
            </a:lvl1pPr>
            <a:lvl2pPr>
              <a:defRPr sz="1650" b="0">
                <a:solidFill>
                  <a:srgbClr val="E4C99E"/>
                </a:solidFill>
                <a:latin typeface="DejaVu Sans"/>
                <a:ea typeface="DejaVu Sans"/>
                <a:cs typeface="DejaVu Sans"/>
              </a:defRPr>
            </a:lvl2pPr>
            <a:lvl3pPr>
              <a:defRPr sz="1650" b="0">
                <a:solidFill>
                  <a:srgbClr val="E4C99E"/>
                </a:solidFill>
                <a:latin typeface="DejaVu Sans"/>
                <a:ea typeface="DejaVu Sans"/>
                <a:cs typeface="DejaVu Sans"/>
              </a:defRPr>
            </a:lvl3pPr>
            <a:lvl4pPr>
              <a:defRPr sz="1650" b="0">
                <a:solidFill>
                  <a:srgbClr val="E4C99E"/>
                </a:solidFill>
                <a:latin typeface="DejaVu Sans"/>
                <a:ea typeface="DejaVu Sans"/>
                <a:cs typeface="DejaVu Sans"/>
              </a:defRPr>
            </a:lvl4pPr>
            <a:lvl5pPr>
              <a:defRPr sz="1650" b="0">
                <a:solidFill>
                  <a:srgbClr val="E4C99E"/>
                </a:solidFill>
                <a:latin typeface="DejaVu Sans"/>
                <a:ea typeface="DejaVu Sans"/>
                <a:cs typeface="DejaVu Sans"/>
              </a:defRPr>
            </a:lvl5pPr>
            <a:lvl6pPr>
              <a:defRPr sz="1650" b="0">
                <a:solidFill>
                  <a:srgbClr val="E4C99E"/>
                </a:solidFill>
                <a:latin typeface="DejaVu Sans"/>
                <a:ea typeface="DejaVu Sans"/>
                <a:cs typeface="DejaVu Sans"/>
              </a:defRPr>
            </a:lvl6pPr>
            <a:lvl7pPr>
              <a:defRPr sz="1650" b="0">
                <a:solidFill>
                  <a:srgbClr val="E4C99E"/>
                </a:solidFill>
                <a:latin typeface="DejaVu Sans"/>
                <a:ea typeface="DejaVu Sans"/>
                <a:cs typeface="DejaVu Sans"/>
              </a:defRPr>
            </a:lvl7pPr>
            <a:lvl8pPr>
              <a:defRPr sz="1650" b="0">
                <a:solidFill>
                  <a:srgbClr val="E4C99E"/>
                </a:solidFill>
                <a:latin typeface="DejaVu Sans"/>
                <a:ea typeface="DejaVu Sans"/>
                <a:cs typeface="DejaVu Sans"/>
              </a:defRPr>
            </a:lvl8pPr>
            <a:lvl9pPr>
              <a:defRPr sz="1650" b="0">
                <a:solidFill>
                  <a:srgbClr val="E4C99E"/>
                </a:solidFill>
                <a:latin typeface="DejaVu Sans"/>
                <a:ea typeface="DejaVu Sans"/>
                <a:cs typeface="DejaVu Sans"/>
              </a:defRPr>
            </a:lvl9pPr>
          </a:lstStyle>
          <a:p xmlns:a="http://schemas.openxmlformats.org/drawingml/2006/main">
            <a:pPr>
              <a:defRPr sz="1650" b="0">
                <a:solidFill>
                  <a:srgbClr val="E4C99E"/>
                </a:solidFill>
                <a:latin typeface="DejaVu Sans"/>
                <a:ea typeface="DejaVu Sans"/>
                <a:cs typeface="DejaVu Sans"/>
              </a:defRPr>
            </a:pPr>
            <a:r>
              <a:rPr sz="1650" b="0">
                <a:solidFill>
                  <a:srgbClr val="E4C99E"/>
                </a:solidFill>
                <a:latin typeface="DejaVu Sans"/>
                <a:ea typeface="DejaVu Sans"/>
                <a:cs typeface="DejaVu Sans"/>
              </a:rPr>
              <a:t>Gift stories: concept stage</a:t>
            </a:r>
          </a:p>
        </p:txBody>
      </p:sp>
      <p:sp>
        <p:nvSpPr>
          <p:cNvPr id="8" name="page">
            <a:extLst xmlns:a="http://schemas.openxmlformats.org/drawingml/2006/main">
              <a:ext uri="{FF2B5EF4-FFF2-40B4-BE49-F238E27FC236}">
                <a16:creationId xmlns:a16="http://schemas.microsoft.com/office/drawing/2014/main" id="{2E26E86F-C3AF-49FE-A1FC-904399E21DDD}"/>
              </a:ext>
            </a:extLst>
          </p:cNvPr>
          <p:cNvSpPr>
            <a:spLocks xmlns:a="http://schemas.openxmlformats.org/drawingml/2006/main" noGrp="1"/>
          </p:cNvSpPr>
          <p:nvPr/>
        </p:nvSpPr>
        <p:spPr>
          <a:xfrm xmlns:a="http://schemas.openxmlformats.org/drawingml/2006/main">
            <a:off x="11001375" y="6296025"/>
            <a:ext cx="762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00" b="0">
                <a:solidFill>
                  <a:srgbClr val="AAB4C8"/>
                </a:solidFill>
                <a:latin typeface="DejaVu Sans"/>
                <a:ea typeface="DejaVu Sans"/>
                <a:cs typeface="DejaVu Sans"/>
              </a:defRPr>
            </a:defPPr>
            <a:lvl1pPr>
              <a:defRPr sz="1200" b="0">
                <a:solidFill>
                  <a:srgbClr val="AAB4C8"/>
                </a:solidFill>
                <a:latin typeface="DejaVu Sans"/>
                <a:ea typeface="DejaVu Sans"/>
                <a:cs typeface="DejaVu Sans"/>
              </a:defRPr>
            </a:lvl1pPr>
            <a:lvl2pPr>
              <a:defRPr sz="1200" b="0">
                <a:solidFill>
                  <a:srgbClr val="AAB4C8"/>
                </a:solidFill>
                <a:latin typeface="DejaVu Sans"/>
                <a:ea typeface="DejaVu Sans"/>
                <a:cs typeface="DejaVu Sans"/>
              </a:defRPr>
            </a:lvl2pPr>
            <a:lvl3pPr>
              <a:defRPr sz="1200" b="0">
                <a:solidFill>
                  <a:srgbClr val="AAB4C8"/>
                </a:solidFill>
                <a:latin typeface="DejaVu Sans"/>
                <a:ea typeface="DejaVu Sans"/>
                <a:cs typeface="DejaVu Sans"/>
              </a:defRPr>
            </a:lvl3pPr>
            <a:lvl4pPr>
              <a:defRPr sz="1200" b="0">
                <a:solidFill>
                  <a:srgbClr val="AAB4C8"/>
                </a:solidFill>
                <a:latin typeface="DejaVu Sans"/>
                <a:ea typeface="DejaVu Sans"/>
                <a:cs typeface="DejaVu Sans"/>
              </a:defRPr>
            </a:lvl4pPr>
            <a:lvl5pPr>
              <a:defRPr sz="1200" b="0">
                <a:solidFill>
                  <a:srgbClr val="AAB4C8"/>
                </a:solidFill>
                <a:latin typeface="DejaVu Sans"/>
                <a:ea typeface="DejaVu Sans"/>
                <a:cs typeface="DejaVu Sans"/>
              </a:defRPr>
            </a:lvl5pPr>
            <a:lvl6pPr>
              <a:defRPr sz="1200" b="0">
                <a:solidFill>
                  <a:srgbClr val="AAB4C8"/>
                </a:solidFill>
                <a:latin typeface="DejaVu Sans"/>
                <a:ea typeface="DejaVu Sans"/>
                <a:cs typeface="DejaVu Sans"/>
              </a:defRPr>
            </a:lvl6pPr>
            <a:lvl7pPr>
              <a:defRPr sz="1200" b="0">
                <a:solidFill>
                  <a:srgbClr val="AAB4C8"/>
                </a:solidFill>
                <a:latin typeface="DejaVu Sans"/>
                <a:ea typeface="DejaVu Sans"/>
                <a:cs typeface="DejaVu Sans"/>
              </a:defRPr>
            </a:lvl7pPr>
            <a:lvl8pPr>
              <a:defRPr sz="1200" b="0">
                <a:solidFill>
                  <a:srgbClr val="AAB4C8"/>
                </a:solidFill>
                <a:latin typeface="DejaVu Sans"/>
                <a:ea typeface="DejaVu Sans"/>
                <a:cs typeface="DejaVu Sans"/>
              </a:defRPr>
            </a:lvl8pPr>
            <a:lvl9pPr>
              <a:defRPr sz="1200" b="0">
                <a:solidFill>
                  <a:srgbClr val="AAB4C8"/>
                </a:solidFill>
                <a:latin typeface="DejaVu Sans"/>
                <a:ea typeface="DejaVu Sans"/>
                <a:cs typeface="DejaVu Sans"/>
              </a:defRPr>
            </a:lvl9pPr>
          </a:lstStyle>
          <a:p xmlns:a="http://schemas.openxmlformats.org/drawingml/2006/main">
            <a:pPr>
              <a:defRPr sz="1200" b="0">
                <a:solidFill>
                  <a:srgbClr val="AAB4C8"/>
                </a:solidFill>
                <a:latin typeface="DejaVu Sans"/>
                <a:ea typeface="DejaVu Sans"/>
                <a:cs typeface="DejaVu Sans"/>
              </a:defRPr>
            </a:pPr>
            <a:r>
              <a:rPr sz="1200" b="0">
                <a:solidFill>
                  <a:srgbClr val="AAB4C8"/>
                </a:solidFill>
                <a:latin typeface="DejaVu Sans"/>
                <a:ea typeface="DejaVu Sans"/>
                <a:cs typeface="DejaVu Sans"/>
              </a:rPr>
              <a:t>6 / 7</a:t>
            </a:r>
          </a:p>
        </p:txBody>
      </p:sp>
    </p:spTree>
    <p:extLst>
      <p:ext uri="{BB962C8B-B14F-4D97-AF65-F5344CB8AC3E}">
        <p14:creationId xmlns:p14="http://schemas.microsoft.com/office/powerpoint/2010/main" val="264128228"/>
      </p:ext>
    </p:extLst>
  </p:cSld>
  <p:transition spd="med" advTm="10000">
    <p:fade/>
  </p:transition>
</p:sld>
</file>

<file path=ppt/slides/slide7.xml><?xml version="1.0" encoding="utf-8"?>
<p:sld xmlns:p="http://schemas.openxmlformats.org/presentationml/2006/main">
  <p:cSld>
    <p:bg>
      <p:bgPr>
        <a:solidFill xmlns:a="http://schemas.openxmlformats.org/drawingml/2006/main">
          <a:srgbClr val="111C33"/>
        </a:solidFill>
      </p:bgPr>
    </p:bg>
    <p:spTree>
      <p:nvGrpSpPr>
        <p:cNvPr id="1" name=""/>
        <p:cNvGrpSpPr/>
        <p:nvPr/>
      </p:nvGrpSpPr>
      <p:grpSpPr>
        <a:xfrm xmlns:a="http://schemas.openxmlformats.org/drawingml/2006/main"/>
      </p:grpSpPr>
      <p:sp>
        <p:nvSpPr>
          <p:cNvPr id="6" name="name">
            <a:extLst xmlns:a="http://schemas.openxmlformats.org/drawingml/2006/main">
              <a:ext uri="{FF2B5EF4-FFF2-40B4-BE49-F238E27FC236}">
                <a16:creationId xmlns:a16="http://schemas.microsoft.com/office/drawing/2014/main" id="{5CAE7619-BE63-4199-82D0-CBEB6D220FB2}"/>
              </a:ext>
            </a:extLst>
          </p:cNvPr>
          <p:cNvSpPr>
            <a:spLocks xmlns:a="http://schemas.openxmlformats.org/drawingml/2006/main" noGrp="1"/>
          </p:cNvSpPr>
          <p:nvPr/>
        </p:nvSpPr>
        <p:spPr>
          <a:xfrm xmlns:a="http://schemas.openxmlformats.org/drawingml/2006/main">
            <a:off x="857250" y="1095375"/>
            <a:ext cx="1047750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5100" b="1">
                <a:solidFill>
                  <a:srgbClr val="F7F2E8"/>
                </a:solidFill>
                <a:latin typeface="DejaVu Sans"/>
                <a:ea typeface="DejaVu Sans"/>
                <a:cs typeface="DejaVu Sans"/>
              </a:defRPr>
            </a:defPPr>
            <a:lvl1pPr>
              <a:defRPr sz="5100" b="1">
                <a:solidFill>
                  <a:srgbClr val="F7F2E8"/>
                </a:solidFill>
                <a:latin typeface="DejaVu Sans"/>
                <a:ea typeface="DejaVu Sans"/>
                <a:cs typeface="DejaVu Sans"/>
              </a:defRPr>
            </a:lvl1pPr>
            <a:lvl2pPr>
              <a:defRPr sz="5100" b="1">
                <a:solidFill>
                  <a:srgbClr val="F7F2E8"/>
                </a:solidFill>
                <a:latin typeface="DejaVu Sans"/>
                <a:ea typeface="DejaVu Sans"/>
                <a:cs typeface="DejaVu Sans"/>
              </a:defRPr>
            </a:lvl2pPr>
            <a:lvl3pPr>
              <a:defRPr sz="5100" b="1">
                <a:solidFill>
                  <a:srgbClr val="F7F2E8"/>
                </a:solidFill>
                <a:latin typeface="DejaVu Sans"/>
                <a:ea typeface="DejaVu Sans"/>
                <a:cs typeface="DejaVu Sans"/>
              </a:defRPr>
            </a:lvl3pPr>
            <a:lvl4pPr>
              <a:defRPr sz="5100" b="1">
                <a:solidFill>
                  <a:srgbClr val="F7F2E8"/>
                </a:solidFill>
                <a:latin typeface="DejaVu Sans"/>
                <a:ea typeface="DejaVu Sans"/>
                <a:cs typeface="DejaVu Sans"/>
              </a:defRPr>
            </a:lvl4pPr>
            <a:lvl5pPr>
              <a:defRPr sz="5100" b="1">
                <a:solidFill>
                  <a:srgbClr val="F7F2E8"/>
                </a:solidFill>
                <a:latin typeface="DejaVu Sans"/>
                <a:ea typeface="DejaVu Sans"/>
                <a:cs typeface="DejaVu Sans"/>
              </a:defRPr>
            </a:lvl5pPr>
            <a:lvl6pPr>
              <a:defRPr sz="5100" b="1">
                <a:solidFill>
                  <a:srgbClr val="F7F2E8"/>
                </a:solidFill>
                <a:latin typeface="DejaVu Sans"/>
                <a:ea typeface="DejaVu Sans"/>
                <a:cs typeface="DejaVu Sans"/>
              </a:defRPr>
            </a:lvl6pPr>
            <a:lvl7pPr>
              <a:defRPr sz="5100" b="1">
                <a:solidFill>
                  <a:srgbClr val="F7F2E8"/>
                </a:solidFill>
                <a:latin typeface="DejaVu Sans"/>
                <a:ea typeface="DejaVu Sans"/>
                <a:cs typeface="DejaVu Sans"/>
              </a:defRPr>
            </a:lvl7pPr>
            <a:lvl8pPr>
              <a:defRPr sz="5100" b="1">
                <a:solidFill>
                  <a:srgbClr val="F7F2E8"/>
                </a:solidFill>
                <a:latin typeface="DejaVu Sans"/>
                <a:ea typeface="DejaVu Sans"/>
                <a:cs typeface="DejaVu Sans"/>
              </a:defRPr>
            </a:lvl8pPr>
            <a:lvl9pPr>
              <a:defRPr sz="5100" b="1">
                <a:solidFill>
                  <a:srgbClr val="F7F2E8"/>
                </a:solidFill>
                <a:latin typeface="DejaVu Sans"/>
                <a:ea typeface="DejaVu Sans"/>
                <a:cs typeface="DejaVu Sans"/>
              </a:defRPr>
            </a:lvl9pPr>
          </a:lstStyle>
          <a:p xmlns:a="http://schemas.openxmlformats.org/drawingml/2006/main">
            <a:pPr>
              <a:defRPr sz="5100" b="1">
                <a:solidFill>
                  <a:srgbClr val="F7F2E8"/>
                </a:solidFill>
                <a:latin typeface="DejaVu Sans"/>
                <a:ea typeface="DejaVu Sans"/>
                <a:cs typeface="DejaVu Sans"/>
              </a:defRPr>
            </a:pPr>
            <a:r>
              <a:rPr sz="5100" b="1">
                <a:solidFill>
                  <a:srgbClr val="F7F2E8"/>
                </a:solidFill>
                <a:latin typeface="DejaVu Sans"/>
                <a:ea typeface="DejaVu Sans"/>
                <a:cs typeface="DejaVu Sans"/>
              </a:rPr>
              <a:t>Nadine Zebdi</a:t>
            </a:r>
          </a:p>
        </p:txBody>
      </p:sp>
      <p:sp>
        <p:nvSpPr>
          <p:cNvPr id="2" name="role">
            <a:extLst xmlns:a="http://schemas.openxmlformats.org/drawingml/2006/main">
              <a:ext uri="{FF2B5EF4-FFF2-40B4-BE49-F238E27FC236}">
                <a16:creationId xmlns:a16="http://schemas.microsoft.com/office/drawing/2014/main" id="{A3ABBDC3-E332-4671-BCC2-156FD4B9C71F}"/>
              </a:ext>
            </a:extLst>
          </p:cNvPr>
          <p:cNvSpPr>
            <a:spLocks xmlns:a="http://schemas.openxmlformats.org/drawingml/2006/main" noGrp="1"/>
          </p:cNvSpPr>
          <p:nvPr/>
        </p:nvSpPr>
        <p:spPr>
          <a:xfrm xmlns:a="http://schemas.openxmlformats.org/drawingml/2006/main">
            <a:off x="904875" y="2524125"/>
            <a:ext cx="9525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550" b="0">
                <a:solidFill>
                  <a:srgbClr val="E4C99E"/>
                </a:solidFill>
                <a:latin typeface="DejaVu Sans"/>
                <a:ea typeface="DejaVu Sans"/>
                <a:cs typeface="DejaVu Sans"/>
              </a:defRPr>
            </a:defPPr>
            <a:lvl1pPr>
              <a:defRPr sz="2550" b="0">
                <a:solidFill>
                  <a:srgbClr val="E4C99E"/>
                </a:solidFill>
                <a:latin typeface="DejaVu Sans"/>
                <a:ea typeface="DejaVu Sans"/>
                <a:cs typeface="DejaVu Sans"/>
              </a:defRPr>
            </a:lvl1pPr>
            <a:lvl2pPr>
              <a:defRPr sz="2550" b="0">
                <a:solidFill>
                  <a:srgbClr val="E4C99E"/>
                </a:solidFill>
                <a:latin typeface="DejaVu Sans"/>
                <a:ea typeface="DejaVu Sans"/>
                <a:cs typeface="DejaVu Sans"/>
              </a:defRPr>
            </a:lvl2pPr>
            <a:lvl3pPr>
              <a:defRPr sz="2550" b="0">
                <a:solidFill>
                  <a:srgbClr val="E4C99E"/>
                </a:solidFill>
                <a:latin typeface="DejaVu Sans"/>
                <a:ea typeface="DejaVu Sans"/>
                <a:cs typeface="DejaVu Sans"/>
              </a:defRPr>
            </a:lvl3pPr>
            <a:lvl4pPr>
              <a:defRPr sz="2550" b="0">
                <a:solidFill>
                  <a:srgbClr val="E4C99E"/>
                </a:solidFill>
                <a:latin typeface="DejaVu Sans"/>
                <a:ea typeface="DejaVu Sans"/>
                <a:cs typeface="DejaVu Sans"/>
              </a:defRPr>
            </a:lvl4pPr>
            <a:lvl5pPr>
              <a:defRPr sz="2550" b="0">
                <a:solidFill>
                  <a:srgbClr val="E4C99E"/>
                </a:solidFill>
                <a:latin typeface="DejaVu Sans"/>
                <a:ea typeface="DejaVu Sans"/>
                <a:cs typeface="DejaVu Sans"/>
              </a:defRPr>
            </a:lvl5pPr>
            <a:lvl6pPr>
              <a:defRPr sz="2550" b="0">
                <a:solidFill>
                  <a:srgbClr val="E4C99E"/>
                </a:solidFill>
                <a:latin typeface="DejaVu Sans"/>
                <a:ea typeface="DejaVu Sans"/>
                <a:cs typeface="DejaVu Sans"/>
              </a:defRPr>
            </a:lvl6pPr>
            <a:lvl7pPr>
              <a:defRPr sz="2550" b="0">
                <a:solidFill>
                  <a:srgbClr val="E4C99E"/>
                </a:solidFill>
                <a:latin typeface="DejaVu Sans"/>
                <a:ea typeface="DejaVu Sans"/>
                <a:cs typeface="DejaVu Sans"/>
              </a:defRPr>
            </a:lvl7pPr>
            <a:lvl8pPr>
              <a:defRPr sz="2550" b="0">
                <a:solidFill>
                  <a:srgbClr val="E4C99E"/>
                </a:solidFill>
                <a:latin typeface="DejaVu Sans"/>
                <a:ea typeface="DejaVu Sans"/>
                <a:cs typeface="DejaVu Sans"/>
              </a:defRPr>
            </a:lvl8pPr>
            <a:lvl9pPr>
              <a:defRPr sz="2550" b="0">
                <a:solidFill>
                  <a:srgbClr val="E4C99E"/>
                </a:solidFill>
                <a:latin typeface="DejaVu Sans"/>
                <a:ea typeface="DejaVu Sans"/>
                <a:cs typeface="DejaVu Sans"/>
              </a:defRPr>
            </a:lvl9pPr>
          </a:lstStyle>
          <a:p xmlns:a="http://schemas.openxmlformats.org/drawingml/2006/main">
            <a:pPr>
              <a:defRPr sz="2550" b="0">
                <a:solidFill>
                  <a:srgbClr val="E4C99E"/>
                </a:solidFill>
                <a:latin typeface="DejaVu Sans"/>
                <a:ea typeface="DejaVu Sans"/>
                <a:cs typeface="DejaVu Sans"/>
              </a:defRPr>
            </a:pPr>
            <a:r>
              <a:rPr sz="2550" b="0">
                <a:solidFill>
                  <a:srgbClr val="E4C99E"/>
                </a:solidFill>
                <a:latin typeface="DejaVu Sans"/>
                <a:ea typeface="DejaVu Sans"/>
                <a:cs typeface="DejaVu Sans"/>
              </a:rPr>
              <a:t>Founder of Plume Astrale</a:t>
            </a:r>
          </a:p>
        </p:txBody>
      </p:sp>
      <p:sp>
        <p:nvSpPr>
          <p:cNvPr id="3" name="identity">
            <a:extLst xmlns:a="http://schemas.openxmlformats.org/drawingml/2006/main">
              <a:ext uri="{FF2B5EF4-FFF2-40B4-BE49-F238E27FC236}">
                <a16:creationId xmlns:a16="http://schemas.microsoft.com/office/drawing/2014/main" id="{2EB2BB5D-52B9-410B-A7FB-0A694BE8BABC}"/>
              </a:ext>
            </a:extLst>
          </p:cNvPr>
          <p:cNvSpPr>
            <a:spLocks xmlns:a="http://schemas.openxmlformats.org/drawingml/2006/main" noGrp="1"/>
          </p:cNvSpPr>
          <p:nvPr/>
        </p:nvSpPr>
        <p:spPr>
          <a:xfrm xmlns:a="http://schemas.openxmlformats.org/drawingml/2006/main">
            <a:off x="904875" y="3667125"/>
            <a:ext cx="100965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550" b="0">
                <a:solidFill>
                  <a:srgbClr val="F5EEE1"/>
                </a:solidFill>
                <a:latin typeface="DejaVu Sans"/>
                <a:ea typeface="DejaVu Sans"/>
                <a:cs typeface="DejaVu Sans"/>
              </a:defRPr>
            </a:defPPr>
            <a:lvl1pPr>
              <a:defRPr sz="2550" b="0">
                <a:solidFill>
                  <a:srgbClr val="F5EEE1"/>
                </a:solidFill>
                <a:latin typeface="DejaVu Sans"/>
                <a:ea typeface="DejaVu Sans"/>
                <a:cs typeface="DejaVu Sans"/>
              </a:defRPr>
            </a:lvl1pPr>
            <a:lvl2pPr>
              <a:defRPr sz="2550" b="0">
                <a:solidFill>
                  <a:srgbClr val="F5EEE1"/>
                </a:solidFill>
                <a:latin typeface="DejaVu Sans"/>
                <a:ea typeface="DejaVu Sans"/>
                <a:cs typeface="DejaVu Sans"/>
              </a:defRPr>
            </a:lvl2pPr>
            <a:lvl3pPr>
              <a:defRPr sz="2550" b="0">
                <a:solidFill>
                  <a:srgbClr val="F5EEE1"/>
                </a:solidFill>
                <a:latin typeface="DejaVu Sans"/>
                <a:ea typeface="DejaVu Sans"/>
                <a:cs typeface="DejaVu Sans"/>
              </a:defRPr>
            </a:lvl3pPr>
            <a:lvl4pPr>
              <a:defRPr sz="2550" b="0">
                <a:solidFill>
                  <a:srgbClr val="F5EEE1"/>
                </a:solidFill>
                <a:latin typeface="DejaVu Sans"/>
                <a:ea typeface="DejaVu Sans"/>
                <a:cs typeface="DejaVu Sans"/>
              </a:defRPr>
            </a:lvl4pPr>
            <a:lvl5pPr>
              <a:defRPr sz="2550" b="0">
                <a:solidFill>
                  <a:srgbClr val="F5EEE1"/>
                </a:solidFill>
                <a:latin typeface="DejaVu Sans"/>
                <a:ea typeface="DejaVu Sans"/>
                <a:cs typeface="DejaVu Sans"/>
              </a:defRPr>
            </a:lvl5pPr>
            <a:lvl6pPr>
              <a:defRPr sz="2550" b="0">
                <a:solidFill>
                  <a:srgbClr val="F5EEE1"/>
                </a:solidFill>
                <a:latin typeface="DejaVu Sans"/>
                <a:ea typeface="DejaVu Sans"/>
                <a:cs typeface="DejaVu Sans"/>
              </a:defRPr>
            </a:lvl6pPr>
            <a:lvl7pPr>
              <a:defRPr sz="2550" b="0">
                <a:solidFill>
                  <a:srgbClr val="F5EEE1"/>
                </a:solidFill>
                <a:latin typeface="DejaVu Sans"/>
                <a:ea typeface="DejaVu Sans"/>
                <a:cs typeface="DejaVu Sans"/>
              </a:defRPr>
            </a:lvl7pPr>
            <a:lvl8pPr>
              <a:defRPr sz="2550" b="0">
                <a:solidFill>
                  <a:srgbClr val="F5EEE1"/>
                </a:solidFill>
                <a:latin typeface="DejaVu Sans"/>
                <a:ea typeface="DejaVu Sans"/>
                <a:cs typeface="DejaVu Sans"/>
              </a:defRPr>
            </a:lvl8pPr>
            <a:lvl9pPr>
              <a:defRPr sz="2550" b="0">
                <a:solidFill>
                  <a:srgbClr val="F5EEE1"/>
                </a:solidFill>
                <a:latin typeface="DejaVu Sans"/>
                <a:ea typeface="DejaVu Sans"/>
                <a:cs typeface="DejaVu Sans"/>
              </a:defRPr>
            </a:lvl9pPr>
          </a:lstStyle>
          <a:p xmlns:a="http://schemas.openxmlformats.org/drawingml/2006/main">
            <a:pPr>
              <a:defRPr sz="2550" b="0">
                <a:solidFill>
                  <a:srgbClr val="F5EEE1"/>
                </a:solidFill>
                <a:latin typeface="DejaVu Sans"/>
                <a:ea typeface="DejaVu Sans"/>
                <a:cs typeface="DejaVu Sans"/>
              </a:defRPr>
            </a:pPr>
            <a:r>
              <a:rPr sz="2550" b="0">
                <a:solidFill>
                  <a:srgbClr val="F5EEE1"/>
                </a:solidFill>
                <a:latin typeface="DejaVu Sans"/>
                <a:ea typeface="DejaVu Sans"/>
                <a:cs typeface="DejaVu Sans"/>
              </a:rPr>
              <a:t>Digital product designer</a:t>
            </a:r>
          </a:p>
          <a:p xmlns:a="http://schemas.openxmlformats.org/drawingml/2006/main">
            <a:pPr>
              <a:defRPr sz="2550" b="0">
                <a:solidFill>
                  <a:srgbClr val="F5EEE1"/>
                </a:solidFill>
                <a:latin typeface="DejaVu Sans"/>
                <a:ea typeface="DejaVu Sans"/>
                <a:cs typeface="DejaVu Sans"/>
              </a:defRPr>
            </a:pPr>
            <a:r>
              <a:rPr sz="2550" b="0">
                <a:solidFill>
                  <a:srgbClr val="F5EEE1"/>
                </a:solidFill>
                <a:latin typeface="DejaVu Sans"/>
                <a:ea typeface="DejaVu Sans"/>
                <a:cs typeface="DejaVu Sans"/>
              </a:rPr>
              <a:t>and developer</a:t>
            </a:r>
          </a:p>
        </p:txBody>
      </p:sp>
      <p:sp>
        <p:nvSpPr>
          <p:cNvPr id="4" name="website">
            <a:extLst xmlns:a="http://schemas.openxmlformats.org/drawingml/2006/main">
              <a:ext uri="{FF2B5EF4-FFF2-40B4-BE49-F238E27FC236}">
                <a16:creationId xmlns:a16="http://schemas.microsoft.com/office/drawing/2014/main" id="{F6144020-97CA-4025-A36F-69E7B3A234D5}"/>
              </a:ext>
            </a:extLst>
          </p:cNvPr>
          <p:cNvSpPr>
            <a:spLocks xmlns:a="http://schemas.openxmlformats.org/drawingml/2006/main" noGrp="1"/>
          </p:cNvSpPr>
          <p:nvPr/>
        </p:nvSpPr>
        <p:spPr>
          <a:xfrm xmlns:a="http://schemas.openxmlformats.org/drawingml/2006/main">
            <a:off x="904875" y="5572125"/>
            <a:ext cx="9525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950" b="0">
                <a:solidFill>
                  <a:srgbClr val="C8CFDC"/>
                </a:solidFill>
                <a:latin typeface="DejaVu Sans"/>
                <a:ea typeface="DejaVu Sans"/>
                <a:cs typeface="DejaVu Sans"/>
              </a:defRPr>
            </a:defPPr>
            <a:lvl1pPr>
              <a:defRPr sz="1950" b="0">
                <a:solidFill>
                  <a:srgbClr val="C8CFDC"/>
                </a:solidFill>
                <a:latin typeface="DejaVu Sans"/>
                <a:ea typeface="DejaVu Sans"/>
                <a:cs typeface="DejaVu Sans"/>
              </a:defRPr>
            </a:lvl1pPr>
            <a:lvl2pPr>
              <a:defRPr sz="1950" b="0">
                <a:solidFill>
                  <a:srgbClr val="C8CFDC"/>
                </a:solidFill>
                <a:latin typeface="DejaVu Sans"/>
                <a:ea typeface="DejaVu Sans"/>
                <a:cs typeface="DejaVu Sans"/>
              </a:defRPr>
            </a:lvl2pPr>
            <a:lvl3pPr>
              <a:defRPr sz="1950" b="0">
                <a:solidFill>
                  <a:srgbClr val="C8CFDC"/>
                </a:solidFill>
                <a:latin typeface="DejaVu Sans"/>
                <a:ea typeface="DejaVu Sans"/>
                <a:cs typeface="DejaVu Sans"/>
              </a:defRPr>
            </a:lvl3pPr>
            <a:lvl4pPr>
              <a:defRPr sz="1950" b="0">
                <a:solidFill>
                  <a:srgbClr val="C8CFDC"/>
                </a:solidFill>
                <a:latin typeface="DejaVu Sans"/>
                <a:ea typeface="DejaVu Sans"/>
                <a:cs typeface="DejaVu Sans"/>
              </a:defRPr>
            </a:lvl4pPr>
            <a:lvl5pPr>
              <a:defRPr sz="1950" b="0">
                <a:solidFill>
                  <a:srgbClr val="C8CFDC"/>
                </a:solidFill>
                <a:latin typeface="DejaVu Sans"/>
                <a:ea typeface="DejaVu Sans"/>
                <a:cs typeface="DejaVu Sans"/>
              </a:defRPr>
            </a:lvl5pPr>
            <a:lvl6pPr>
              <a:defRPr sz="1950" b="0">
                <a:solidFill>
                  <a:srgbClr val="C8CFDC"/>
                </a:solidFill>
                <a:latin typeface="DejaVu Sans"/>
                <a:ea typeface="DejaVu Sans"/>
                <a:cs typeface="DejaVu Sans"/>
              </a:defRPr>
            </a:lvl6pPr>
            <a:lvl7pPr>
              <a:defRPr sz="1950" b="0">
                <a:solidFill>
                  <a:srgbClr val="C8CFDC"/>
                </a:solidFill>
                <a:latin typeface="DejaVu Sans"/>
                <a:ea typeface="DejaVu Sans"/>
                <a:cs typeface="DejaVu Sans"/>
              </a:defRPr>
            </a:lvl7pPr>
            <a:lvl8pPr>
              <a:defRPr sz="1950" b="0">
                <a:solidFill>
                  <a:srgbClr val="C8CFDC"/>
                </a:solidFill>
                <a:latin typeface="DejaVu Sans"/>
                <a:ea typeface="DejaVu Sans"/>
                <a:cs typeface="DejaVu Sans"/>
              </a:defRPr>
            </a:lvl8pPr>
            <a:lvl9pPr>
              <a:defRPr sz="1950" b="0">
                <a:solidFill>
                  <a:srgbClr val="C8CFDC"/>
                </a:solidFill>
                <a:latin typeface="DejaVu Sans"/>
                <a:ea typeface="DejaVu Sans"/>
                <a:cs typeface="DejaVu Sans"/>
              </a:defRPr>
            </a:lvl9pPr>
          </a:lstStyle>
          <a:p xmlns:a="http://schemas.openxmlformats.org/drawingml/2006/main">
            <a:pPr>
              <a:defRPr sz="1950" b="0">
                <a:solidFill>
                  <a:srgbClr val="C8CFDC"/>
                </a:solidFill>
                <a:latin typeface="DejaVu Sans"/>
                <a:ea typeface="DejaVu Sans"/>
                <a:cs typeface="DejaVu Sans"/>
              </a:defRPr>
            </a:pPr>
            <a:r>
              <a:rPr sz="1950" b="0">
                <a:solidFill>
                  <a:srgbClr val="C8CFDC"/>
                </a:solidFill>
                <a:latin typeface="DejaVu Sans"/>
                <a:ea typeface="DejaVu Sans"/>
                <a:cs typeface="DejaVu Sans"/>
              </a:rPr>
              <a:t>plume-astrale.fr</a:t>
            </a:r>
          </a:p>
        </p:txBody>
      </p:sp>
      <p:sp>
        <p:nvSpPr>
          <p:cNvPr id="5" name="page">
            <a:extLst xmlns:a="http://schemas.openxmlformats.org/drawingml/2006/main">
              <a:ext uri="{FF2B5EF4-FFF2-40B4-BE49-F238E27FC236}">
                <a16:creationId xmlns:a16="http://schemas.microsoft.com/office/drawing/2014/main" id="{F82DE126-8A2F-43A0-8E3F-8C87372CDDF2}"/>
              </a:ext>
            </a:extLst>
          </p:cNvPr>
          <p:cNvSpPr>
            <a:spLocks xmlns:a="http://schemas.openxmlformats.org/drawingml/2006/main" noGrp="1"/>
          </p:cNvSpPr>
          <p:nvPr/>
        </p:nvSpPr>
        <p:spPr>
          <a:xfrm xmlns:a="http://schemas.openxmlformats.org/drawingml/2006/main">
            <a:off x="11001375" y="6296025"/>
            <a:ext cx="762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00" b="0">
                <a:solidFill>
                  <a:srgbClr val="AAB4C8"/>
                </a:solidFill>
                <a:latin typeface="DejaVu Sans"/>
                <a:ea typeface="DejaVu Sans"/>
                <a:cs typeface="DejaVu Sans"/>
              </a:defRPr>
            </a:defPPr>
            <a:lvl1pPr>
              <a:defRPr sz="1200" b="0">
                <a:solidFill>
                  <a:srgbClr val="AAB4C8"/>
                </a:solidFill>
                <a:latin typeface="DejaVu Sans"/>
                <a:ea typeface="DejaVu Sans"/>
                <a:cs typeface="DejaVu Sans"/>
              </a:defRPr>
            </a:lvl1pPr>
            <a:lvl2pPr>
              <a:defRPr sz="1200" b="0">
                <a:solidFill>
                  <a:srgbClr val="AAB4C8"/>
                </a:solidFill>
                <a:latin typeface="DejaVu Sans"/>
                <a:ea typeface="DejaVu Sans"/>
                <a:cs typeface="DejaVu Sans"/>
              </a:defRPr>
            </a:lvl2pPr>
            <a:lvl3pPr>
              <a:defRPr sz="1200" b="0">
                <a:solidFill>
                  <a:srgbClr val="AAB4C8"/>
                </a:solidFill>
                <a:latin typeface="DejaVu Sans"/>
                <a:ea typeface="DejaVu Sans"/>
                <a:cs typeface="DejaVu Sans"/>
              </a:defRPr>
            </a:lvl3pPr>
            <a:lvl4pPr>
              <a:defRPr sz="1200" b="0">
                <a:solidFill>
                  <a:srgbClr val="AAB4C8"/>
                </a:solidFill>
                <a:latin typeface="DejaVu Sans"/>
                <a:ea typeface="DejaVu Sans"/>
                <a:cs typeface="DejaVu Sans"/>
              </a:defRPr>
            </a:lvl4pPr>
            <a:lvl5pPr>
              <a:defRPr sz="1200" b="0">
                <a:solidFill>
                  <a:srgbClr val="AAB4C8"/>
                </a:solidFill>
                <a:latin typeface="DejaVu Sans"/>
                <a:ea typeface="DejaVu Sans"/>
                <a:cs typeface="DejaVu Sans"/>
              </a:defRPr>
            </a:lvl5pPr>
            <a:lvl6pPr>
              <a:defRPr sz="1200" b="0">
                <a:solidFill>
                  <a:srgbClr val="AAB4C8"/>
                </a:solidFill>
                <a:latin typeface="DejaVu Sans"/>
                <a:ea typeface="DejaVu Sans"/>
                <a:cs typeface="DejaVu Sans"/>
              </a:defRPr>
            </a:lvl6pPr>
            <a:lvl7pPr>
              <a:defRPr sz="1200" b="0">
                <a:solidFill>
                  <a:srgbClr val="AAB4C8"/>
                </a:solidFill>
                <a:latin typeface="DejaVu Sans"/>
                <a:ea typeface="DejaVu Sans"/>
                <a:cs typeface="DejaVu Sans"/>
              </a:defRPr>
            </a:lvl7pPr>
            <a:lvl8pPr>
              <a:defRPr sz="1200" b="0">
                <a:solidFill>
                  <a:srgbClr val="AAB4C8"/>
                </a:solidFill>
                <a:latin typeface="DejaVu Sans"/>
                <a:ea typeface="DejaVu Sans"/>
                <a:cs typeface="DejaVu Sans"/>
              </a:defRPr>
            </a:lvl8pPr>
            <a:lvl9pPr>
              <a:defRPr sz="1200" b="0">
                <a:solidFill>
                  <a:srgbClr val="AAB4C8"/>
                </a:solidFill>
                <a:latin typeface="DejaVu Sans"/>
                <a:ea typeface="DejaVu Sans"/>
                <a:cs typeface="DejaVu Sans"/>
              </a:defRPr>
            </a:lvl9pPr>
          </a:lstStyle>
          <a:p xmlns:a="http://schemas.openxmlformats.org/drawingml/2006/main">
            <a:pPr>
              <a:defRPr sz="1200" b="0">
                <a:solidFill>
                  <a:srgbClr val="AAB4C8"/>
                </a:solidFill>
                <a:latin typeface="DejaVu Sans"/>
                <a:ea typeface="DejaVu Sans"/>
                <a:cs typeface="DejaVu Sans"/>
              </a:defRPr>
            </a:pPr>
            <a:r>
              <a:rPr sz="1200" b="0">
                <a:solidFill>
                  <a:srgbClr val="AAB4C8"/>
                </a:solidFill>
                <a:latin typeface="DejaVu Sans"/>
                <a:ea typeface="DejaVu Sans"/>
                <a:cs typeface="DejaVu Sans"/>
              </a:rPr>
              <a:t>7 / 7</a:t>
            </a:r>
          </a:p>
        </p:txBody>
      </p:sp>
    </p:spTree>
    <p:extLst>
      <p:ext uri="{BB962C8B-B14F-4D97-AF65-F5344CB8AC3E}">
        <p14:creationId xmlns:p14="http://schemas.microsoft.com/office/powerpoint/2010/main" val="2011080915"/>
      </p:ext>
    </p:extLst>
  </p:cSld>
  <p:transition spd="med" advTm="10000">
    <p:fade/>
  </p:transition>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2026-10-20T07:13:59.5090000Z</dcterms:created>
  <dcterms:modified xsi:type="dcterms:W3CDTF">2026-10-20T07:13:59.5090000Z</dcterms:modified>
</coreProperties>
</file>