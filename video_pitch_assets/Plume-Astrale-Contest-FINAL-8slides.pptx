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Plume Astrale is a live product that offers personal birth-chart readings — composed from the user's exact birth data and delivered as a 32-page luxury PDF she can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who turn to astrology for self-reflection face three friction points: symbols are hard to interpret, long reports feel like walls of text, and digital-only readings leave no tangible trace to come back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Plume Astrale answers these frictions directly: a guided reading path, prose composed in a literary voice, a keepable PDF — framed symbolically, with no fate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journey is three steps: Enter birth details · Explore the chart with its interpretation · Keep the 32-page PDF, elegantly composed.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end-to-end with Emergent: React UI, astrology data + GPT-5.4 for the voice, Stripe for payment, automated PDF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not a prototype. 104 paid orders have been made. 13× ROAS on 183 € of Facebook Ads. Each report is 32 pages, delivered automatically. The market has already answered 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Today: paid individual readings, credit system, 100% self-serve. Next 90 days: consistent print sample, luxurious printed edition, holiday gift pilot. Horizon: synastry at scale, English market, and a subscription box combining book and ritual.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I'm Nadine Zebdi, founder of Plume Astrale, digital product designer and developer. plume-astrale.fr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  <a:latin typeface="Garamond"/>
              </a:rPr>
              <a:t>P L U M E   A S T R A L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Personal birth-chart readings</a:t>
            </a:r>
          </a:p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you can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guided, printable reading of your sky — composed from your exact birth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137160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Live product · plume-astrale.fr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The user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personal reading needs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Birth-chart symbols are hard to read without a trusted voice.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Reading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 long report without a path feels overwhelming.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EEE0"/>
                </a:solidFill>
                <a:latin typeface="Garamond"/>
              </a:rPr>
              <a:t>Something to 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0624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People want a tangible output they can revisit.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Why it's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gentle, honest reading you can trust.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A clear reading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Guided from first page to synthesis — never a wall of symbols.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74320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In your own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29184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AI composes a prose reading in a literary, intimate register.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Something to keep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A luxurious PDF (32+ pages) you can return to for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389120"/>
            <a:ext cx="49985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Transparent and symbolic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937760"/>
            <a:ext cx="49985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No prediction, no fate — a frame for self-reflection.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The product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guided reading in three steps.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The user enters her birth date, time and 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She reads a personalized chart interpretation (planets · houses · aspects).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Keep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She downloads a 32-page PDF, elegantly composed, in her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00800"/>
            <a:ext cx="3044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8A95AD"/>
                </a:solidFill>
                <a:latin typeface="Garamond"/>
              </a:rPr>
              <a:t>Illustrative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Built with Emergent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A connected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 React application with a guided user journey.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Astrology data + AI-assisted interpretation (GPT-5.4).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92608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D4AF37"/>
                </a:solidFill>
                <a:latin typeface="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3657600"/>
            <a:ext cx="33323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EEE0"/>
                </a:solidFill>
                <a:latin typeface="Garamond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297680"/>
            <a:ext cx="333237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Payment, PDF generation and secure email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Market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Not a prototype — a product the market has already bought.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paid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the first weeks of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13×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9658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ROAS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on 183 € of Facebook Ads spend.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6356" y="2834640"/>
            <a:ext cx="33323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D4AF37"/>
                </a:solidFill>
                <a:latin typeface="Garamond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6356" y="429768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F5EEE0"/>
                </a:solidFill>
                <a:latin typeface="Garamond"/>
              </a:rPr>
              <a:t>pages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4754880"/>
            <a:ext cx="333237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95AD"/>
                </a:solidFill>
                <a:latin typeface="Garamond"/>
              </a:rPr>
              <a:t>in each luxury PDF, delivered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A78140"/>
                </a:solidFill>
                <a:latin typeface="Garamond"/>
              </a:rPr>
              <a:t>183 € spent · 104 paying customers · 13× return · live at plume-astrale.fr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5EEE0"/>
                </a:solidFill>
                <a:latin typeface="Garamond"/>
              </a:rPr>
              <a:t>Business model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D4AF37"/>
                </a:solidFill>
                <a:latin typeface="Garamond"/>
              </a:rPr>
              <a:t>Paid readings today — a book experience tomorrow.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109728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Personal reports purchased individually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Credit system for recurring readings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100% self-serve via Stripe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9658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Next 90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9658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Consistent 32-page print sample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Luxurious printed edition (A5 cream)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Gift pilot for the holiday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6356" y="2743200"/>
            <a:ext cx="333237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Garamond"/>
              </a:rPr>
              <a:t>Horizon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6356" y="3291840"/>
            <a:ext cx="333237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Synastry (compatibility) at scale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English market expansion</a:t>
            </a:r>
          </a:p>
          <a:p>
            <a:pPr algn="l"/>
            <a:r>
              <a:rPr sz="1400" b="0" i="0">
                <a:solidFill>
                  <a:srgbClr val="F5EEE0"/>
                </a:solidFill>
                <a:latin typeface="Garamond"/>
              </a:rPr>
              <a:t>· Book + ritual box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6350">
            <a:solidFill>
              <a:srgbClr val="A78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0" i="0">
                <a:solidFill>
                  <a:srgbClr val="F5EEE0"/>
                </a:solidFill>
                <a:latin typeface="Garamond"/>
              </a:rPr>
              <a:t>Thank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017520"/>
            <a:ext cx="1371600" cy="1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4AF37"/>
                </a:solidFill>
                <a:latin typeface="Garamond"/>
              </a:rPr>
              <a:t>Nadine Zebdi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F5EEE0"/>
                </a:solidFill>
                <a:latin typeface="Garamond"/>
              </a:rPr>
              <a:t>Founder of Plume Astrale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95AD"/>
                </a:solidFill>
                <a:latin typeface="Garamond"/>
              </a:rPr>
              <a:t>Digital product designer and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D4AF37"/>
                </a:solidFill>
                <a:latin typeface="Garamond"/>
              </a:rPr>
              <a:t>plume-astrale.fr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A95AD"/>
                </a:solidFill>
                <a:latin typeface="Garamond"/>
              </a:rPr>
              <a:t>PLUME ASTRALE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95AD"/>
                </a:solidFill>
                <a:latin typeface="Garamond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